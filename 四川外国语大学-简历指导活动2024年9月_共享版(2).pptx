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20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439" r:id="rId3"/>
    <p:sldId id="441" r:id="rId5"/>
    <p:sldId id="261" r:id="rId6"/>
    <p:sldId id="324" r:id="rId7"/>
    <p:sldId id="484" r:id="rId8"/>
    <p:sldId id="318" r:id="rId9"/>
    <p:sldId id="325" r:id="rId10"/>
    <p:sldId id="635" r:id="rId11"/>
    <p:sldId id="775" r:id="rId12"/>
    <p:sldId id="776" r:id="rId13"/>
    <p:sldId id="781" r:id="rId14"/>
    <p:sldId id="442" r:id="rId15"/>
    <p:sldId id="777" r:id="rId16"/>
    <p:sldId id="778" r:id="rId17"/>
    <p:sldId id="364" r:id="rId18"/>
    <p:sldId id="365" r:id="rId19"/>
    <p:sldId id="355" r:id="rId20"/>
    <p:sldId id="504" r:id="rId21"/>
    <p:sldId id="506" r:id="rId22"/>
    <p:sldId id="508" r:id="rId23"/>
    <p:sldId id="507" r:id="rId24"/>
    <p:sldId id="509" r:id="rId25"/>
    <p:sldId id="510" r:id="rId26"/>
    <p:sldId id="512" r:id="rId27"/>
    <p:sldId id="515" r:id="rId28"/>
    <p:sldId id="513" r:id="rId29"/>
    <p:sldId id="514" r:id="rId30"/>
    <p:sldId id="511" r:id="rId31"/>
    <p:sldId id="516" r:id="rId32"/>
    <p:sldId id="518" r:id="rId33"/>
    <p:sldId id="522" r:id="rId34"/>
    <p:sldId id="519" r:id="rId35"/>
    <p:sldId id="524" r:id="rId36"/>
    <p:sldId id="782" r:id="rId37"/>
    <p:sldId id="783" r:id="rId38"/>
  </p:sldIdLst>
  <p:sldSz cx="12192000" cy="6858000"/>
  <p:notesSz cx="9144000" cy="6858000"/>
  <p:embeddedFontLst>
    <p:embeddedFont>
      <p:font typeface="方正大黑体_GBK" panose="02010600010101010101" charset="-122"/>
      <p:regular r:id="rId42"/>
    </p:embeddedFont>
  </p:embeddedFontLst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797" userDrawn="1">
          <p15:clr>
            <a:srgbClr val="A4A3A4"/>
          </p15:clr>
        </p15:guide>
        <p15:guide id="3" pos="632" userDrawn="1">
          <p15:clr>
            <a:srgbClr val="A4A3A4"/>
          </p15:clr>
        </p15:guide>
        <p15:guide id="4" pos="7161" userDrawn="1">
          <p15:clr>
            <a:srgbClr val="A4A3A4"/>
          </p15:clr>
        </p15:guide>
        <p15:guide id="5" orient="horz" pos="3938" userDrawn="1">
          <p15:clr>
            <a:srgbClr val="A4A3A4"/>
          </p15:clr>
        </p15:guide>
        <p15:guide id="6" orient="horz" pos="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70A1"/>
    <a:srgbClr val="7FB1AC"/>
    <a:srgbClr val="86BAB4"/>
    <a:srgbClr val="30A3D0"/>
    <a:srgbClr val="F2AEB3"/>
    <a:srgbClr val="F79A16"/>
    <a:srgbClr val="458DCB"/>
    <a:srgbClr val="E58F14"/>
    <a:srgbClr val="37BAC5"/>
    <a:srgbClr val="9D3C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39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08" y="84"/>
      </p:cViewPr>
      <p:guideLst>
        <p:guide orient="horz" pos="2168"/>
        <p:guide pos="3797"/>
        <p:guide pos="632"/>
        <p:guide pos="7161"/>
        <p:guide orient="horz" pos="3938"/>
        <p:guide orient="horz" pos="4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66.xml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FBCF3-45A7-4F67-B26D-184ACA9F18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FC115-43AE-41EB-BF0D-DEDE8EE1D9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FC115-43AE-41EB-BF0D-DEDE8EE1D9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BD074-6B3C-49C5-971A-604B9C1E1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个人专业技能： 够一定水准，尤其是应聘技术性工作，比如发表的重要刊物论文。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567A2-8DEF-40AA-809F-50C0F430C2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567A2-8DEF-40AA-809F-50C0F430C2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两栏内容">
    <p:bg>
      <p:bgPr>
        <a:gradFill>
          <a:gsLst>
            <a:gs pos="0">
              <a:srgbClr val="F3F3F3"/>
            </a:gs>
            <a:gs pos="74000">
              <a:srgbClr val="F7F7F7"/>
            </a:gs>
            <a:gs pos="83000">
              <a:srgbClr val="F8F8F8"/>
            </a:gs>
            <a:gs pos="100000">
              <a:srgbClr val="F6F6F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A219B7F-C09A-4FBF-B1E3-9DE4AABA28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31925" y="6399312"/>
            <a:ext cx="10928151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5"/>
          <p:cNvSpPr txBox="1"/>
          <p:nvPr userDrawn="1"/>
        </p:nvSpPr>
        <p:spPr>
          <a:xfrm>
            <a:off x="4724400" y="643741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D648251-417A-43D9-A1CC-632923463055}" type="slidenum"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fld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 flipH="1">
            <a:off x="5734050" y="954405"/>
            <a:ext cx="95250" cy="95250"/>
          </a:xfrm>
          <a:prstGeom prst="rect">
            <a:avLst/>
          </a:prstGeom>
          <a:solidFill>
            <a:srgbClr val="258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 flipH="1">
            <a:off x="6054092" y="954405"/>
            <a:ext cx="95250" cy="95250"/>
          </a:xfrm>
          <a:prstGeom prst="rect">
            <a:avLst/>
          </a:prstGeom>
          <a:solidFill>
            <a:srgbClr val="EE4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 flipH="1">
            <a:off x="6374134" y="954405"/>
            <a:ext cx="95250" cy="95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A219B7F-C09A-4FBF-B1E3-9DE4AABA28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D648251-417A-43D9-A1CC-632923463055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一群人站在地上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" b="696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 w="53975" cap="sq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6000">
                <a:srgbClr val="2584C6"/>
              </a:gs>
              <a:gs pos="100000">
                <a:srgbClr val="2584C6">
                  <a:alpha val="78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 flipH="1" flipV="1">
            <a:off x="-15944" y="5422431"/>
            <a:ext cx="1120172" cy="1152143"/>
            <a:chOff x="1565992" y="3100101"/>
            <a:chExt cx="1406469" cy="2632106"/>
          </a:xfrm>
        </p:grpSpPr>
        <p:sp>
          <p:nvSpPr>
            <p:cNvPr id="25" name="等腰三角形 26"/>
            <p:cNvSpPr/>
            <p:nvPr userDrawn="1"/>
          </p:nvSpPr>
          <p:spPr>
            <a:xfrm flipV="1">
              <a:off x="1565992" y="3111145"/>
              <a:ext cx="1406469" cy="2621062"/>
            </a:xfrm>
            <a:custGeom>
              <a:avLst/>
              <a:gdLst>
                <a:gd name="connsiteX0" fmla="*/ 0 w 1406469"/>
                <a:gd name="connsiteY0" fmla="*/ 3476740 h 3476740"/>
                <a:gd name="connsiteX1" fmla="*/ 1406469 w 1406469"/>
                <a:gd name="connsiteY1" fmla="*/ 0 h 3476740"/>
                <a:gd name="connsiteX2" fmla="*/ 1406469 w 1406469"/>
                <a:gd name="connsiteY2" fmla="*/ 3476740 h 3476740"/>
                <a:gd name="connsiteX3" fmla="*/ 0 w 1406469"/>
                <a:gd name="connsiteY3" fmla="*/ 3476740 h 3476740"/>
                <a:gd name="connsiteX0-1" fmla="*/ 0 w 1406469"/>
                <a:gd name="connsiteY0-2" fmla="*/ 3476740 h 3476740"/>
                <a:gd name="connsiteX1-3" fmla="*/ 1406469 w 1406469"/>
                <a:gd name="connsiteY1-4" fmla="*/ 0 h 3476740"/>
                <a:gd name="connsiteX2-5" fmla="*/ 1400412 w 1406469"/>
                <a:gd name="connsiteY2-6" fmla="*/ 881316 h 3476740"/>
                <a:gd name="connsiteX3-7" fmla="*/ 1406469 w 1406469"/>
                <a:gd name="connsiteY3-8" fmla="*/ 3476740 h 3476740"/>
                <a:gd name="connsiteX4" fmla="*/ 0 w 1406469"/>
                <a:gd name="connsiteY4" fmla="*/ 3476740 h 3476740"/>
                <a:gd name="connsiteX0-9" fmla="*/ 0 w 1406469"/>
                <a:gd name="connsiteY0-10" fmla="*/ 3476740 h 3476740"/>
                <a:gd name="connsiteX1-11" fmla="*/ 1058581 w 1406469"/>
                <a:gd name="connsiteY1-12" fmla="*/ 855678 h 3476740"/>
                <a:gd name="connsiteX2-13" fmla="*/ 1406469 w 1406469"/>
                <a:gd name="connsiteY2-14" fmla="*/ 0 h 3476740"/>
                <a:gd name="connsiteX3-15" fmla="*/ 1400412 w 1406469"/>
                <a:gd name="connsiteY3-16" fmla="*/ 881316 h 3476740"/>
                <a:gd name="connsiteX4-17" fmla="*/ 1406469 w 1406469"/>
                <a:gd name="connsiteY4-18" fmla="*/ 3476740 h 3476740"/>
                <a:gd name="connsiteX5" fmla="*/ 0 w 1406469"/>
                <a:gd name="connsiteY5" fmla="*/ 3476740 h 3476740"/>
                <a:gd name="connsiteX0-19" fmla="*/ 0 w 1406469"/>
                <a:gd name="connsiteY0-20" fmla="*/ 2621062 h 2621062"/>
                <a:gd name="connsiteX1-21" fmla="*/ 1058581 w 1406469"/>
                <a:gd name="connsiteY1-22" fmla="*/ 0 h 2621062"/>
                <a:gd name="connsiteX2-23" fmla="*/ 1400412 w 1406469"/>
                <a:gd name="connsiteY2-24" fmla="*/ 25638 h 2621062"/>
                <a:gd name="connsiteX3-25" fmla="*/ 1406469 w 1406469"/>
                <a:gd name="connsiteY3-26" fmla="*/ 2621062 h 2621062"/>
                <a:gd name="connsiteX4-27" fmla="*/ 0 w 1406469"/>
                <a:gd name="connsiteY4-28" fmla="*/ 2621062 h 26210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406469" h="2621062">
                  <a:moveTo>
                    <a:pt x="0" y="2621062"/>
                  </a:moveTo>
                  <a:lnTo>
                    <a:pt x="1058581" y="0"/>
                  </a:lnTo>
                  <a:lnTo>
                    <a:pt x="1400412" y="25638"/>
                  </a:lnTo>
                  <a:lnTo>
                    <a:pt x="1406469" y="2621062"/>
                  </a:lnTo>
                  <a:lnTo>
                    <a:pt x="0" y="2621062"/>
                  </a:lnTo>
                  <a:close/>
                </a:path>
              </a:pathLst>
            </a:custGeom>
            <a:gradFill>
              <a:gsLst>
                <a:gs pos="76000">
                  <a:srgbClr val="52A4AE"/>
                </a:gs>
                <a:gs pos="37000">
                  <a:srgbClr val="92BFB5"/>
                </a:gs>
              </a:gsLst>
              <a:lin ang="12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 userDrawn="1"/>
          </p:nvSpPr>
          <p:spPr>
            <a:xfrm flipV="1">
              <a:off x="1779353" y="3100101"/>
              <a:ext cx="1175657" cy="1389601"/>
            </a:xfrm>
            <a:prstGeom prst="triangle">
              <a:avLst>
                <a:gd name="adj" fmla="val 100000"/>
              </a:avLst>
            </a:prstGeom>
            <a:gradFill>
              <a:gsLst>
                <a:gs pos="100000">
                  <a:srgbClr val="77B6BF"/>
                </a:gs>
                <a:gs pos="45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6404298" y="-615311"/>
            <a:ext cx="5787702" cy="3740603"/>
            <a:chOff x="6404298" y="-615311"/>
            <a:chExt cx="5787702" cy="3740603"/>
          </a:xfrm>
        </p:grpSpPr>
        <p:sp>
          <p:nvSpPr>
            <p:cNvPr id="13" name="等腰三角形 12"/>
            <p:cNvSpPr/>
            <p:nvPr userDrawn="1"/>
          </p:nvSpPr>
          <p:spPr>
            <a:xfrm flipV="1">
              <a:off x="9918359" y="-2"/>
              <a:ext cx="2273641" cy="2225843"/>
            </a:xfrm>
            <a:prstGeom prst="triangle">
              <a:avLst>
                <a:gd name="adj" fmla="val 100000"/>
              </a:avLst>
            </a:prstGeom>
            <a:gradFill>
              <a:gsLst>
                <a:gs pos="75000">
                  <a:srgbClr val="5CACCF"/>
                </a:gs>
                <a:gs pos="31000">
                  <a:srgbClr val="B6D3B7"/>
                </a:gs>
              </a:gsLst>
              <a:lin ang="30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21"/>
            <p:cNvSpPr/>
            <p:nvPr userDrawn="1"/>
          </p:nvSpPr>
          <p:spPr>
            <a:xfrm>
              <a:off x="7858555" y="613606"/>
              <a:ext cx="1215869" cy="1409798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546397 w 1546397"/>
                <a:gd name="connsiteY0-130" fmla="*/ 3258438 h 3258438"/>
                <a:gd name="connsiteX1-131" fmla="*/ 0 w 1546397"/>
                <a:gd name="connsiteY1-132" fmla="*/ 1532868 h 3258438"/>
                <a:gd name="connsiteX2-133" fmla="*/ 104074 w 1546397"/>
                <a:gd name="connsiteY2-134" fmla="*/ 0 h 3258438"/>
                <a:gd name="connsiteX3-135" fmla="*/ 1546397 w 1546397"/>
                <a:gd name="connsiteY3-136" fmla="*/ 3258438 h 3258438"/>
                <a:gd name="connsiteX0-137" fmla="*/ 1305765 w 1305765"/>
                <a:gd name="connsiteY0-138" fmla="*/ 1670270 h 1670270"/>
                <a:gd name="connsiteX1-139" fmla="*/ 0 w 1305765"/>
                <a:gd name="connsiteY1-140" fmla="*/ 1532868 h 1670270"/>
                <a:gd name="connsiteX2-141" fmla="*/ 104074 w 1305765"/>
                <a:gd name="connsiteY2-142" fmla="*/ 0 h 1670270"/>
                <a:gd name="connsiteX3-143" fmla="*/ 1305765 w 1305765"/>
                <a:gd name="connsiteY3-144" fmla="*/ 1670270 h 1670270"/>
                <a:gd name="connsiteX0-145" fmla="*/ 307144 w 307144"/>
                <a:gd name="connsiteY0-146" fmla="*/ 1249165 h 1532868"/>
                <a:gd name="connsiteX1-147" fmla="*/ 0 w 307144"/>
                <a:gd name="connsiteY1-148" fmla="*/ 1532868 h 1532868"/>
                <a:gd name="connsiteX2-149" fmla="*/ 104074 w 307144"/>
                <a:gd name="connsiteY2-150" fmla="*/ 0 h 1532868"/>
                <a:gd name="connsiteX3-151" fmla="*/ 307144 w 307144"/>
                <a:gd name="connsiteY3-152" fmla="*/ 1249165 h 1532868"/>
                <a:gd name="connsiteX0-153" fmla="*/ 728249 w 728249"/>
                <a:gd name="connsiteY0-154" fmla="*/ 1513860 h 1532868"/>
                <a:gd name="connsiteX1-155" fmla="*/ 0 w 728249"/>
                <a:gd name="connsiteY1-156" fmla="*/ 1532868 h 1532868"/>
                <a:gd name="connsiteX2-157" fmla="*/ 104074 w 728249"/>
                <a:gd name="connsiteY2-158" fmla="*/ 0 h 1532868"/>
                <a:gd name="connsiteX3-159" fmla="*/ 728249 w 728249"/>
                <a:gd name="connsiteY3-160" fmla="*/ 1513860 h 1532868"/>
                <a:gd name="connsiteX0-161" fmla="*/ 1273881 w 1273881"/>
                <a:gd name="connsiteY0-162" fmla="*/ 1574018 h 1593026"/>
                <a:gd name="connsiteX1-163" fmla="*/ 545632 w 1273881"/>
                <a:gd name="connsiteY1-164" fmla="*/ 1593026 h 1593026"/>
                <a:gd name="connsiteX2-165" fmla="*/ 0 w 1273881"/>
                <a:gd name="connsiteY2-166" fmla="*/ 0 h 1593026"/>
                <a:gd name="connsiteX3-167" fmla="*/ 1273881 w 1273881"/>
                <a:gd name="connsiteY3-168" fmla="*/ 1574018 h 1593026"/>
                <a:gd name="connsiteX0-169" fmla="*/ 1175168 w 1175168"/>
                <a:gd name="connsiteY0-170" fmla="*/ 1423350 h 1442358"/>
                <a:gd name="connsiteX1-171" fmla="*/ 446919 w 1175168"/>
                <a:gd name="connsiteY1-172" fmla="*/ 1442358 h 1442358"/>
                <a:gd name="connsiteX2-173" fmla="*/ 0 w 1175168"/>
                <a:gd name="connsiteY2-174" fmla="*/ 0 h 1442358"/>
                <a:gd name="connsiteX3-175" fmla="*/ 1175168 w 1175168"/>
                <a:gd name="connsiteY3-176" fmla="*/ 1423350 h 1442358"/>
                <a:gd name="connsiteX0-177" fmla="*/ 1215869 w 1215869"/>
                <a:gd name="connsiteY0-178" fmla="*/ 1390790 h 1409798"/>
                <a:gd name="connsiteX1-179" fmla="*/ 487620 w 1215869"/>
                <a:gd name="connsiteY1-180" fmla="*/ 1409798 h 1409798"/>
                <a:gd name="connsiteX2-181" fmla="*/ 0 w 1215869"/>
                <a:gd name="connsiteY2-182" fmla="*/ 0 h 1409798"/>
                <a:gd name="connsiteX3-183" fmla="*/ 1215869 w 1215869"/>
                <a:gd name="connsiteY3-184" fmla="*/ 1390790 h 14097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15869" h="1409798">
                  <a:moveTo>
                    <a:pt x="1215869" y="1390790"/>
                  </a:moveTo>
                  <a:lnTo>
                    <a:pt x="487620" y="1409798"/>
                  </a:lnTo>
                  <a:lnTo>
                    <a:pt x="0" y="0"/>
                  </a:lnTo>
                  <a:lnTo>
                    <a:pt x="1215869" y="1390790"/>
                  </a:lnTo>
                  <a:close/>
                </a:path>
              </a:pathLst>
            </a:custGeom>
            <a:gradFill>
              <a:gsLst>
                <a:gs pos="62000">
                  <a:srgbClr val="52A4AE"/>
                </a:gs>
                <a:gs pos="35000">
                  <a:srgbClr val="92BFB5"/>
                </a:gs>
              </a:gsLst>
              <a:lin ang="192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21"/>
            <p:cNvSpPr/>
            <p:nvPr userDrawn="1"/>
          </p:nvSpPr>
          <p:spPr>
            <a:xfrm>
              <a:off x="7854306" y="615599"/>
              <a:ext cx="598827" cy="142529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546397 w 1546397"/>
                <a:gd name="connsiteY0-130" fmla="*/ 3258438 h 3258438"/>
                <a:gd name="connsiteX1-131" fmla="*/ 0 w 1546397"/>
                <a:gd name="connsiteY1-132" fmla="*/ 1532868 h 3258438"/>
                <a:gd name="connsiteX2-133" fmla="*/ 104074 w 1546397"/>
                <a:gd name="connsiteY2-134" fmla="*/ 0 h 3258438"/>
                <a:gd name="connsiteX3-135" fmla="*/ 1546397 w 1546397"/>
                <a:gd name="connsiteY3-136" fmla="*/ 3258438 h 3258438"/>
                <a:gd name="connsiteX0-137" fmla="*/ 1305765 w 1305765"/>
                <a:gd name="connsiteY0-138" fmla="*/ 1670270 h 1670270"/>
                <a:gd name="connsiteX1-139" fmla="*/ 0 w 1305765"/>
                <a:gd name="connsiteY1-140" fmla="*/ 1532868 h 1670270"/>
                <a:gd name="connsiteX2-141" fmla="*/ 104074 w 1305765"/>
                <a:gd name="connsiteY2-142" fmla="*/ 0 h 1670270"/>
                <a:gd name="connsiteX3-143" fmla="*/ 1305765 w 1305765"/>
                <a:gd name="connsiteY3-144" fmla="*/ 1670270 h 1670270"/>
                <a:gd name="connsiteX0-145" fmla="*/ 307144 w 307144"/>
                <a:gd name="connsiteY0-146" fmla="*/ 1249165 h 1532868"/>
                <a:gd name="connsiteX1-147" fmla="*/ 0 w 307144"/>
                <a:gd name="connsiteY1-148" fmla="*/ 1532868 h 1532868"/>
                <a:gd name="connsiteX2-149" fmla="*/ 104074 w 307144"/>
                <a:gd name="connsiteY2-150" fmla="*/ 0 h 1532868"/>
                <a:gd name="connsiteX3-151" fmla="*/ 307144 w 307144"/>
                <a:gd name="connsiteY3-152" fmla="*/ 1249165 h 1532868"/>
                <a:gd name="connsiteX0-153" fmla="*/ 728249 w 728249"/>
                <a:gd name="connsiteY0-154" fmla="*/ 1513860 h 1532868"/>
                <a:gd name="connsiteX1-155" fmla="*/ 0 w 728249"/>
                <a:gd name="connsiteY1-156" fmla="*/ 1532868 h 1532868"/>
                <a:gd name="connsiteX2-157" fmla="*/ 104074 w 728249"/>
                <a:gd name="connsiteY2-158" fmla="*/ 0 h 1532868"/>
                <a:gd name="connsiteX3-159" fmla="*/ 728249 w 728249"/>
                <a:gd name="connsiteY3-160" fmla="*/ 1513860 h 1532868"/>
                <a:gd name="connsiteX0-161" fmla="*/ 1273881 w 1273881"/>
                <a:gd name="connsiteY0-162" fmla="*/ 1574018 h 1593026"/>
                <a:gd name="connsiteX1-163" fmla="*/ 545632 w 1273881"/>
                <a:gd name="connsiteY1-164" fmla="*/ 1593026 h 1593026"/>
                <a:gd name="connsiteX2-165" fmla="*/ 0 w 1273881"/>
                <a:gd name="connsiteY2-166" fmla="*/ 0 h 1593026"/>
                <a:gd name="connsiteX3-167" fmla="*/ 1273881 w 1273881"/>
                <a:gd name="connsiteY3-168" fmla="*/ 1574018 h 1593026"/>
                <a:gd name="connsiteX0-169" fmla="*/ 728249 w 728249"/>
                <a:gd name="connsiteY0-170" fmla="*/ 1369482 h 1388490"/>
                <a:gd name="connsiteX1-171" fmla="*/ 0 w 728249"/>
                <a:gd name="connsiteY1-172" fmla="*/ 1388490 h 1388490"/>
                <a:gd name="connsiteX2-173" fmla="*/ 272516 w 728249"/>
                <a:gd name="connsiteY2-174" fmla="*/ 0 h 1388490"/>
                <a:gd name="connsiteX3-175" fmla="*/ 728249 w 728249"/>
                <a:gd name="connsiteY3-176" fmla="*/ 1369482 h 1388490"/>
                <a:gd name="connsiteX0-177" fmla="*/ 487618 w 487618"/>
                <a:gd name="connsiteY0-178" fmla="*/ 1369482 h 1369482"/>
                <a:gd name="connsiteX1-179" fmla="*/ 0 w 487618"/>
                <a:gd name="connsiteY1-180" fmla="*/ 1364427 h 1369482"/>
                <a:gd name="connsiteX2-181" fmla="*/ 31885 w 487618"/>
                <a:gd name="connsiteY2-182" fmla="*/ 0 h 1369482"/>
                <a:gd name="connsiteX3-183" fmla="*/ 487618 w 487618"/>
                <a:gd name="connsiteY3-184" fmla="*/ 1369482 h 1369482"/>
                <a:gd name="connsiteX0-185" fmla="*/ 571839 w 571839"/>
                <a:gd name="connsiteY0-186" fmla="*/ 1369482 h 1376459"/>
                <a:gd name="connsiteX1-187" fmla="*/ 0 w 571839"/>
                <a:gd name="connsiteY1-188" fmla="*/ 1376459 h 1376459"/>
                <a:gd name="connsiteX2-189" fmla="*/ 116106 w 571839"/>
                <a:gd name="connsiteY2-190" fmla="*/ 0 h 1376459"/>
                <a:gd name="connsiteX3-191" fmla="*/ 571839 w 571839"/>
                <a:gd name="connsiteY3-192" fmla="*/ 1369482 h 1376459"/>
                <a:gd name="connsiteX0-193" fmla="*/ 571839 w 571839"/>
                <a:gd name="connsiteY0-194" fmla="*/ 1369482 h 1376459"/>
                <a:gd name="connsiteX1-195" fmla="*/ 0 w 571839"/>
                <a:gd name="connsiteY1-196" fmla="*/ 1376459 h 1376459"/>
                <a:gd name="connsiteX2-197" fmla="*/ 67979 w 571839"/>
                <a:gd name="connsiteY2-198" fmla="*/ 0 h 1376459"/>
                <a:gd name="connsiteX3-199" fmla="*/ 571839 w 571839"/>
                <a:gd name="connsiteY3-200" fmla="*/ 1369482 h 1376459"/>
                <a:gd name="connsiteX0-201" fmla="*/ 598827 w 598827"/>
                <a:gd name="connsiteY0-202" fmla="*/ 1418322 h 1425299"/>
                <a:gd name="connsiteX1-203" fmla="*/ 26988 w 598827"/>
                <a:gd name="connsiteY1-204" fmla="*/ 1425299 h 1425299"/>
                <a:gd name="connsiteX2-205" fmla="*/ 0 w 598827"/>
                <a:gd name="connsiteY2-206" fmla="*/ 0 h 1425299"/>
                <a:gd name="connsiteX3-207" fmla="*/ 598827 w 598827"/>
                <a:gd name="connsiteY3-208" fmla="*/ 1418322 h 14252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98827" h="1425299">
                  <a:moveTo>
                    <a:pt x="598827" y="1418322"/>
                  </a:moveTo>
                  <a:lnTo>
                    <a:pt x="26988" y="1425299"/>
                  </a:lnTo>
                  <a:lnTo>
                    <a:pt x="0" y="0"/>
                  </a:lnTo>
                  <a:lnTo>
                    <a:pt x="598827" y="1418322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 userDrawn="1"/>
          </p:nvSpPr>
          <p:spPr>
            <a:xfrm flipV="1">
              <a:off x="10981437" y="1028695"/>
              <a:ext cx="1210563" cy="2096597"/>
            </a:xfrm>
            <a:prstGeom prst="triangle">
              <a:avLst>
                <a:gd name="adj" fmla="val 100000"/>
              </a:avLst>
            </a:prstGeom>
            <a:gradFill>
              <a:gsLst>
                <a:gs pos="63000">
                  <a:srgbClr val="A7D2E5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 userDrawn="1"/>
          </p:nvSpPr>
          <p:spPr>
            <a:xfrm flipV="1">
              <a:off x="10976024" y="1028694"/>
              <a:ext cx="1210563" cy="980579"/>
            </a:xfrm>
            <a:prstGeom prst="triangle">
              <a:avLst>
                <a:gd name="adj" fmla="val 100000"/>
              </a:avLst>
            </a:prstGeom>
            <a:gradFill>
              <a:gsLst>
                <a:gs pos="65000">
                  <a:srgbClr val="5CACCF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21"/>
            <p:cNvSpPr/>
            <p:nvPr userDrawn="1"/>
          </p:nvSpPr>
          <p:spPr>
            <a:xfrm>
              <a:off x="9315405" y="-484853"/>
              <a:ext cx="1697920" cy="2760286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697920" h="2760286">
                  <a:moveTo>
                    <a:pt x="0" y="2760286"/>
                  </a:moveTo>
                  <a:lnTo>
                    <a:pt x="77866" y="0"/>
                  </a:lnTo>
                  <a:lnTo>
                    <a:pt x="1697920" y="1535186"/>
                  </a:lnTo>
                  <a:lnTo>
                    <a:pt x="0" y="2760286"/>
                  </a:lnTo>
                  <a:close/>
                </a:path>
              </a:pathLst>
            </a:custGeom>
            <a:gradFill>
              <a:gsLst>
                <a:gs pos="93000">
                  <a:srgbClr val="52A4AE"/>
                </a:gs>
                <a:gs pos="40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21"/>
            <p:cNvSpPr/>
            <p:nvPr userDrawn="1"/>
          </p:nvSpPr>
          <p:spPr>
            <a:xfrm>
              <a:off x="7854758" y="-615311"/>
              <a:ext cx="1569062" cy="2897490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459311 w 1569062"/>
                <a:gd name="connsiteY0-130" fmla="*/ 2897490 h 2897490"/>
                <a:gd name="connsiteX1-131" fmla="*/ 0 w 1569062"/>
                <a:gd name="connsiteY1-132" fmla="*/ 1229977 h 2897490"/>
                <a:gd name="connsiteX2-133" fmla="*/ 1569062 w 1569062"/>
                <a:gd name="connsiteY2-134" fmla="*/ 0 h 2897490"/>
                <a:gd name="connsiteX3-135" fmla="*/ 1459311 w 1569062"/>
                <a:gd name="connsiteY3-136" fmla="*/ 2897490 h 289749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569062" h="2897490">
                  <a:moveTo>
                    <a:pt x="1459311" y="2897490"/>
                  </a:moveTo>
                  <a:lnTo>
                    <a:pt x="0" y="1229977"/>
                  </a:lnTo>
                  <a:lnTo>
                    <a:pt x="1569062" y="0"/>
                  </a:lnTo>
                  <a:lnTo>
                    <a:pt x="1459311" y="2897490"/>
                  </a:lnTo>
                  <a:close/>
                </a:path>
              </a:pathLst>
            </a:custGeom>
            <a:gradFill>
              <a:gsLst>
                <a:gs pos="100000">
                  <a:srgbClr val="52A4AE"/>
                </a:gs>
                <a:gs pos="37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21"/>
            <p:cNvSpPr/>
            <p:nvPr userDrawn="1"/>
          </p:nvSpPr>
          <p:spPr>
            <a:xfrm rot="19016716">
              <a:off x="7429689" y="1625281"/>
              <a:ext cx="749276" cy="47365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113510" h="1200099">
                  <a:moveTo>
                    <a:pt x="545691" y="1200100"/>
                  </a:moveTo>
                  <a:lnTo>
                    <a:pt x="0" y="287234"/>
                  </a:lnTo>
                  <a:lnTo>
                    <a:pt x="1113511" y="0"/>
                  </a:lnTo>
                  <a:lnTo>
                    <a:pt x="545691" y="1200100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3000">
                  <a:srgbClr val="92BFB5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1"/>
            <p:cNvSpPr/>
            <p:nvPr userDrawn="1"/>
          </p:nvSpPr>
          <p:spPr>
            <a:xfrm rot="19016716">
              <a:off x="6932975" y="1332339"/>
              <a:ext cx="813578" cy="55312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09070" h="1401450">
                  <a:moveTo>
                    <a:pt x="302414" y="1401450"/>
                  </a:moveTo>
                  <a:lnTo>
                    <a:pt x="0" y="1"/>
                  </a:lnTo>
                  <a:lnTo>
                    <a:pt x="1209069" y="699361"/>
                  </a:lnTo>
                  <a:lnTo>
                    <a:pt x="302414" y="1401450"/>
                  </a:lnTo>
                  <a:close/>
                </a:path>
              </a:pathLst>
            </a:custGeom>
            <a:gradFill>
              <a:gsLst>
                <a:gs pos="92000">
                  <a:srgbClr val="92BFB5"/>
                </a:gs>
                <a:gs pos="3000">
                  <a:srgbClr val="B6D3B7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 userDrawn="1"/>
          </p:nvSpPr>
          <p:spPr>
            <a:xfrm rot="19016716">
              <a:off x="6404298" y="1055749"/>
              <a:ext cx="493101" cy="564862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  <a:gd name="connsiteX0-73" fmla="*/ 0 w 1451958"/>
                <a:gd name="connsiteY0-74" fmla="*/ 699715 h 699715"/>
                <a:gd name="connsiteX1-75" fmla="*/ 242889 w 1451958"/>
                <a:gd name="connsiteY1-76" fmla="*/ 1 h 699715"/>
                <a:gd name="connsiteX2-77" fmla="*/ 1451958 w 1451958"/>
                <a:gd name="connsiteY2-78" fmla="*/ 699361 h 699715"/>
                <a:gd name="connsiteX3-79" fmla="*/ 0 w 1451958"/>
                <a:gd name="connsiteY3-80" fmla="*/ 699715 h 699715"/>
                <a:gd name="connsiteX0-81" fmla="*/ 0 w 732805"/>
                <a:gd name="connsiteY0-82" fmla="*/ 699715 h 1431177"/>
                <a:gd name="connsiteX1-83" fmla="*/ 242889 w 732805"/>
                <a:gd name="connsiteY1-84" fmla="*/ 1 h 1431177"/>
                <a:gd name="connsiteX2-85" fmla="*/ 732804 w 732805"/>
                <a:gd name="connsiteY2-86" fmla="*/ 1431176 h 1431177"/>
                <a:gd name="connsiteX3-87" fmla="*/ 0 w 732805"/>
                <a:gd name="connsiteY3-88" fmla="*/ 699715 h 14311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32805" h="1431177">
                  <a:moveTo>
                    <a:pt x="0" y="699715"/>
                  </a:moveTo>
                  <a:lnTo>
                    <a:pt x="242889" y="1"/>
                  </a:lnTo>
                  <a:lnTo>
                    <a:pt x="732804" y="1431176"/>
                  </a:lnTo>
                  <a:lnTo>
                    <a:pt x="0" y="699715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3000">
                  <a:srgbClr val="92BFB5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1"/>
            <p:cNvSpPr/>
            <p:nvPr userDrawn="1"/>
          </p:nvSpPr>
          <p:spPr>
            <a:xfrm rot="19016716">
              <a:off x="6519455" y="1855065"/>
              <a:ext cx="420702" cy="399392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  <a:gd name="connsiteX0-73" fmla="*/ 0 w 1451958"/>
                <a:gd name="connsiteY0-74" fmla="*/ 699715 h 699715"/>
                <a:gd name="connsiteX1-75" fmla="*/ 242889 w 1451958"/>
                <a:gd name="connsiteY1-76" fmla="*/ 1 h 699715"/>
                <a:gd name="connsiteX2-77" fmla="*/ 1451958 w 1451958"/>
                <a:gd name="connsiteY2-78" fmla="*/ 699361 h 699715"/>
                <a:gd name="connsiteX3-79" fmla="*/ 0 w 1451958"/>
                <a:gd name="connsiteY3-80" fmla="*/ 699715 h 699715"/>
                <a:gd name="connsiteX0-81" fmla="*/ 0 w 732805"/>
                <a:gd name="connsiteY0-82" fmla="*/ 699715 h 1431177"/>
                <a:gd name="connsiteX1-83" fmla="*/ 242889 w 732805"/>
                <a:gd name="connsiteY1-84" fmla="*/ 1 h 1431177"/>
                <a:gd name="connsiteX2-85" fmla="*/ 732804 w 732805"/>
                <a:gd name="connsiteY2-86" fmla="*/ 1431176 h 1431177"/>
                <a:gd name="connsiteX3-87" fmla="*/ 0 w 732805"/>
                <a:gd name="connsiteY3-88" fmla="*/ 699715 h 1431177"/>
                <a:gd name="connsiteX0-89" fmla="*/ 0 w 732804"/>
                <a:gd name="connsiteY0-90" fmla="*/ 424454 h 1155916"/>
                <a:gd name="connsiteX1-91" fmla="*/ 703793 w 732804"/>
                <a:gd name="connsiteY1-92" fmla="*/ 1 h 1155916"/>
                <a:gd name="connsiteX2-93" fmla="*/ 732804 w 732804"/>
                <a:gd name="connsiteY2-94" fmla="*/ 1155915 h 1155916"/>
                <a:gd name="connsiteX3-95" fmla="*/ 0 w 732804"/>
                <a:gd name="connsiteY3-96" fmla="*/ 424454 h 1155916"/>
                <a:gd name="connsiteX0-97" fmla="*/ 0 w 703794"/>
                <a:gd name="connsiteY0-98" fmla="*/ 424454 h 1436384"/>
                <a:gd name="connsiteX1-99" fmla="*/ 703793 w 703794"/>
                <a:gd name="connsiteY1-100" fmla="*/ 1 h 1436384"/>
                <a:gd name="connsiteX2-101" fmla="*/ 358875 w 703794"/>
                <a:gd name="connsiteY2-102" fmla="*/ 1436384 h 1436384"/>
                <a:gd name="connsiteX3-103" fmla="*/ 0 w 703794"/>
                <a:gd name="connsiteY3-104" fmla="*/ 424454 h 1436384"/>
                <a:gd name="connsiteX0-105" fmla="*/ 0 w 625213"/>
                <a:gd name="connsiteY0-106" fmla="*/ 0 h 1011930"/>
                <a:gd name="connsiteX1-107" fmla="*/ 625212 w 625213"/>
                <a:gd name="connsiteY1-108" fmla="*/ 76158 h 1011930"/>
                <a:gd name="connsiteX2-109" fmla="*/ 358875 w 625213"/>
                <a:gd name="connsiteY2-110" fmla="*/ 1011930 h 1011930"/>
                <a:gd name="connsiteX3-111" fmla="*/ 0 w 625213"/>
                <a:gd name="connsiteY3-112" fmla="*/ 0 h 101193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25213" h="1011930">
                  <a:moveTo>
                    <a:pt x="0" y="0"/>
                  </a:moveTo>
                  <a:lnTo>
                    <a:pt x="625212" y="76158"/>
                  </a:lnTo>
                  <a:lnTo>
                    <a:pt x="358875" y="101193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2000">
                  <a:srgbClr val="92BFB5"/>
                </a:gs>
                <a:gs pos="3000">
                  <a:srgbClr val="B6D3B7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 userDrawn="1"/>
        </p:nvSpPr>
        <p:spPr>
          <a:xfrm>
            <a:off x="197820" y="263237"/>
            <a:ext cx="11797868" cy="6605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 userDrawn="1"/>
        </p:nvSpPr>
        <p:spPr>
          <a:xfrm>
            <a:off x="6386946" y="5422432"/>
            <a:ext cx="5822505" cy="1446611"/>
          </a:xfrm>
          <a:prstGeom prst="triangle">
            <a:avLst>
              <a:gd name="adj" fmla="val 100000"/>
            </a:avLst>
          </a:prstGeom>
          <a:gradFill>
            <a:gsLst>
              <a:gs pos="67000">
                <a:srgbClr val="FFFFFF"/>
              </a:gs>
              <a:gs pos="0">
                <a:srgbClr val="E1EAEF">
                  <a:alpha val="57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5659987" y="1377793"/>
            <a:ext cx="906097" cy="0"/>
            <a:chOff x="5444832" y="1399309"/>
            <a:chExt cx="906097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5444832" y="1399309"/>
              <a:ext cx="454994" cy="0"/>
            </a:xfrm>
            <a:prstGeom prst="line">
              <a:avLst/>
            </a:prstGeom>
            <a:ln w="57150">
              <a:gradFill>
                <a:gsLst>
                  <a:gs pos="0">
                    <a:srgbClr val="92BFB5"/>
                  </a:gs>
                  <a:gs pos="100000">
                    <a:srgbClr val="52A4AE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895935" y="1399309"/>
              <a:ext cx="454994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 flipH="1" flipV="1">
            <a:off x="-15944" y="5422431"/>
            <a:ext cx="1120172" cy="1152143"/>
            <a:chOff x="1565992" y="3100101"/>
            <a:chExt cx="1406469" cy="2632106"/>
          </a:xfrm>
        </p:grpSpPr>
        <p:sp>
          <p:nvSpPr>
            <p:cNvPr id="16" name="等腰三角形 26"/>
            <p:cNvSpPr/>
            <p:nvPr userDrawn="1"/>
          </p:nvSpPr>
          <p:spPr>
            <a:xfrm flipV="1">
              <a:off x="1565992" y="3111145"/>
              <a:ext cx="1406469" cy="2621062"/>
            </a:xfrm>
            <a:custGeom>
              <a:avLst/>
              <a:gdLst>
                <a:gd name="connsiteX0" fmla="*/ 0 w 1406469"/>
                <a:gd name="connsiteY0" fmla="*/ 3476740 h 3476740"/>
                <a:gd name="connsiteX1" fmla="*/ 1406469 w 1406469"/>
                <a:gd name="connsiteY1" fmla="*/ 0 h 3476740"/>
                <a:gd name="connsiteX2" fmla="*/ 1406469 w 1406469"/>
                <a:gd name="connsiteY2" fmla="*/ 3476740 h 3476740"/>
                <a:gd name="connsiteX3" fmla="*/ 0 w 1406469"/>
                <a:gd name="connsiteY3" fmla="*/ 3476740 h 3476740"/>
                <a:gd name="connsiteX0-1" fmla="*/ 0 w 1406469"/>
                <a:gd name="connsiteY0-2" fmla="*/ 3476740 h 3476740"/>
                <a:gd name="connsiteX1-3" fmla="*/ 1406469 w 1406469"/>
                <a:gd name="connsiteY1-4" fmla="*/ 0 h 3476740"/>
                <a:gd name="connsiteX2-5" fmla="*/ 1400412 w 1406469"/>
                <a:gd name="connsiteY2-6" fmla="*/ 881316 h 3476740"/>
                <a:gd name="connsiteX3-7" fmla="*/ 1406469 w 1406469"/>
                <a:gd name="connsiteY3-8" fmla="*/ 3476740 h 3476740"/>
                <a:gd name="connsiteX4" fmla="*/ 0 w 1406469"/>
                <a:gd name="connsiteY4" fmla="*/ 3476740 h 3476740"/>
                <a:gd name="connsiteX0-9" fmla="*/ 0 w 1406469"/>
                <a:gd name="connsiteY0-10" fmla="*/ 3476740 h 3476740"/>
                <a:gd name="connsiteX1-11" fmla="*/ 1058581 w 1406469"/>
                <a:gd name="connsiteY1-12" fmla="*/ 855678 h 3476740"/>
                <a:gd name="connsiteX2-13" fmla="*/ 1406469 w 1406469"/>
                <a:gd name="connsiteY2-14" fmla="*/ 0 h 3476740"/>
                <a:gd name="connsiteX3-15" fmla="*/ 1400412 w 1406469"/>
                <a:gd name="connsiteY3-16" fmla="*/ 881316 h 3476740"/>
                <a:gd name="connsiteX4-17" fmla="*/ 1406469 w 1406469"/>
                <a:gd name="connsiteY4-18" fmla="*/ 3476740 h 3476740"/>
                <a:gd name="connsiteX5" fmla="*/ 0 w 1406469"/>
                <a:gd name="connsiteY5" fmla="*/ 3476740 h 3476740"/>
                <a:gd name="connsiteX0-19" fmla="*/ 0 w 1406469"/>
                <a:gd name="connsiteY0-20" fmla="*/ 2621062 h 2621062"/>
                <a:gd name="connsiteX1-21" fmla="*/ 1058581 w 1406469"/>
                <a:gd name="connsiteY1-22" fmla="*/ 0 h 2621062"/>
                <a:gd name="connsiteX2-23" fmla="*/ 1400412 w 1406469"/>
                <a:gd name="connsiteY2-24" fmla="*/ 25638 h 2621062"/>
                <a:gd name="connsiteX3-25" fmla="*/ 1406469 w 1406469"/>
                <a:gd name="connsiteY3-26" fmla="*/ 2621062 h 2621062"/>
                <a:gd name="connsiteX4-27" fmla="*/ 0 w 1406469"/>
                <a:gd name="connsiteY4-28" fmla="*/ 2621062 h 26210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406469" h="2621062">
                  <a:moveTo>
                    <a:pt x="0" y="2621062"/>
                  </a:moveTo>
                  <a:lnTo>
                    <a:pt x="1058581" y="0"/>
                  </a:lnTo>
                  <a:lnTo>
                    <a:pt x="1400412" y="25638"/>
                  </a:lnTo>
                  <a:lnTo>
                    <a:pt x="1406469" y="2621062"/>
                  </a:lnTo>
                  <a:lnTo>
                    <a:pt x="0" y="2621062"/>
                  </a:lnTo>
                  <a:close/>
                </a:path>
              </a:pathLst>
            </a:custGeom>
            <a:gradFill>
              <a:gsLst>
                <a:gs pos="76000">
                  <a:srgbClr val="52A4AE"/>
                </a:gs>
                <a:gs pos="37000">
                  <a:srgbClr val="92BFB5"/>
                </a:gs>
              </a:gsLst>
              <a:lin ang="12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 userDrawn="1"/>
          </p:nvSpPr>
          <p:spPr>
            <a:xfrm flipV="1">
              <a:off x="1779353" y="3100101"/>
              <a:ext cx="1175657" cy="1389601"/>
            </a:xfrm>
            <a:prstGeom prst="triangle">
              <a:avLst>
                <a:gd name="adj" fmla="val 100000"/>
              </a:avLst>
            </a:prstGeom>
            <a:gradFill>
              <a:gsLst>
                <a:gs pos="100000">
                  <a:srgbClr val="77B6BF"/>
                </a:gs>
                <a:gs pos="45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6404298" y="-615311"/>
            <a:ext cx="5787702" cy="3740603"/>
            <a:chOff x="6404298" y="-615311"/>
            <a:chExt cx="5787702" cy="3740603"/>
          </a:xfrm>
        </p:grpSpPr>
        <p:sp>
          <p:nvSpPr>
            <p:cNvPr id="19" name="等腰三角形 18"/>
            <p:cNvSpPr/>
            <p:nvPr userDrawn="1"/>
          </p:nvSpPr>
          <p:spPr>
            <a:xfrm flipV="1">
              <a:off x="9918359" y="-2"/>
              <a:ext cx="2273641" cy="2225843"/>
            </a:xfrm>
            <a:prstGeom prst="triangle">
              <a:avLst>
                <a:gd name="adj" fmla="val 100000"/>
              </a:avLst>
            </a:prstGeom>
            <a:gradFill>
              <a:gsLst>
                <a:gs pos="75000">
                  <a:srgbClr val="5CACCF"/>
                </a:gs>
                <a:gs pos="31000">
                  <a:srgbClr val="B6D3B7"/>
                </a:gs>
              </a:gsLst>
              <a:lin ang="30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21"/>
            <p:cNvSpPr/>
            <p:nvPr userDrawn="1"/>
          </p:nvSpPr>
          <p:spPr>
            <a:xfrm>
              <a:off x="7858555" y="613606"/>
              <a:ext cx="1215869" cy="1409798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546397 w 1546397"/>
                <a:gd name="connsiteY0-130" fmla="*/ 3258438 h 3258438"/>
                <a:gd name="connsiteX1-131" fmla="*/ 0 w 1546397"/>
                <a:gd name="connsiteY1-132" fmla="*/ 1532868 h 3258438"/>
                <a:gd name="connsiteX2-133" fmla="*/ 104074 w 1546397"/>
                <a:gd name="connsiteY2-134" fmla="*/ 0 h 3258438"/>
                <a:gd name="connsiteX3-135" fmla="*/ 1546397 w 1546397"/>
                <a:gd name="connsiteY3-136" fmla="*/ 3258438 h 3258438"/>
                <a:gd name="connsiteX0-137" fmla="*/ 1305765 w 1305765"/>
                <a:gd name="connsiteY0-138" fmla="*/ 1670270 h 1670270"/>
                <a:gd name="connsiteX1-139" fmla="*/ 0 w 1305765"/>
                <a:gd name="connsiteY1-140" fmla="*/ 1532868 h 1670270"/>
                <a:gd name="connsiteX2-141" fmla="*/ 104074 w 1305765"/>
                <a:gd name="connsiteY2-142" fmla="*/ 0 h 1670270"/>
                <a:gd name="connsiteX3-143" fmla="*/ 1305765 w 1305765"/>
                <a:gd name="connsiteY3-144" fmla="*/ 1670270 h 1670270"/>
                <a:gd name="connsiteX0-145" fmla="*/ 307144 w 307144"/>
                <a:gd name="connsiteY0-146" fmla="*/ 1249165 h 1532868"/>
                <a:gd name="connsiteX1-147" fmla="*/ 0 w 307144"/>
                <a:gd name="connsiteY1-148" fmla="*/ 1532868 h 1532868"/>
                <a:gd name="connsiteX2-149" fmla="*/ 104074 w 307144"/>
                <a:gd name="connsiteY2-150" fmla="*/ 0 h 1532868"/>
                <a:gd name="connsiteX3-151" fmla="*/ 307144 w 307144"/>
                <a:gd name="connsiteY3-152" fmla="*/ 1249165 h 1532868"/>
                <a:gd name="connsiteX0-153" fmla="*/ 728249 w 728249"/>
                <a:gd name="connsiteY0-154" fmla="*/ 1513860 h 1532868"/>
                <a:gd name="connsiteX1-155" fmla="*/ 0 w 728249"/>
                <a:gd name="connsiteY1-156" fmla="*/ 1532868 h 1532868"/>
                <a:gd name="connsiteX2-157" fmla="*/ 104074 w 728249"/>
                <a:gd name="connsiteY2-158" fmla="*/ 0 h 1532868"/>
                <a:gd name="connsiteX3-159" fmla="*/ 728249 w 728249"/>
                <a:gd name="connsiteY3-160" fmla="*/ 1513860 h 1532868"/>
                <a:gd name="connsiteX0-161" fmla="*/ 1273881 w 1273881"/>
                <a:gd name="connsiteY0-162" fmla="*/ 1574018 h 1593026"/>
                <a:gd name="connsiteX1-163" fmla="*/ 545632 w 1273881"/>
                <a:gd name="connsiteY1-164" fmla="*/ 1593026 h 1593026"/>
                <a:gd name="connsiteX2-165" fmla="*/ 0 w 1273881"/>
                <a:gd name="connsiteY2-166" fmla="*/ 0 h 1593026"/>
                <a:gd name="connsiteX3-167" fmla="*/ 1273881 w 1273881"/>
                <a:gd name="connsiteY3-168" fmla="*/ 1574018 h 1593026"/>
                <a:gd name="connsiteX0-169" fmla="*/ 1175168 w 1175168"/>
                <a:gd name="connsiteY0-170" fmla="*/ 1423350 h 1442358"/>
                <a:gd name="connsiteX1-171" fmla="*/ 446919 w 1175168"/>
                <a:gd name="connsiteY1-172" fmla="*/ 1442358 h 1442358"/>
                <a:gd name="connsiteX2-173" fmla="*/ 0 w 1175168"/>
                <a:gd name="connsiteY2-174" fmla="*/ 0 h 1442358"/>
                <a:gd name="connsiteX3-175" fmla="*/ 1175168 w 1175168"/>
                <a:gd name="connsiteY3-176" fmla="*/ 1423350 h 1442358"/>
                <a:gd name="connsiteX0-177" fmla="*/ 1215869 w 1215869"/>
                <a:gd name="connsiteY0-178" fmla="*/ 1390790 h 1409798"/>
                <a:gd name="connsiteX1-179" fmla="*/ 487620 w 1215869"/>
                <a:gd name="connsiteY1-180" fmla="*/ 1409798 h 1409798"/>
                <a:gd name="connsiteX2-181" fmla="*/ 0 w 1215869"/>
                <a:gd name="connsiteY2-182" fmla="*/ 0 h 1409798"/>
                <a:gd name="connsiteX3-183" fmla="*/ 1215869 w 1215869"/>
                <a:gd name="connsiteY3-184" fmla="*/ 1390790 h 14097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15869" h="1409798">
                  <a:moveTo>
                    <a:pt x="1215869" y="1390790"/>
                  </a:moveTo>
                  <a:lnTo>
                    <a:pt x="487620" y="1409798"/>
                  </a:lnTo>
                  <a:lnTo>
                    <a:pt x="0" y="0"/>
                  </a:lnTo>
                  <a:lnTo>
                    <a:pt x="1215869" y="1390790"/>
                  </a:lnTo>
                  <a:close/>
                </a:path>
              </a:pathLst>
            </a:custGeom>
            <a:gradFill>
              <a:gsLst>
                <a:gs pos="62000">
                  <a:srgbClr val="52A4AE"/>
                </a:gs>
                <a:gs pos="35000">
                  <a:srgbClr val="92BFB5"/>
                </a:gs>
              </a:gsLst>
              <a:lin ang="192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1"/>
            <p:cNvSpPr/>
            <p:nvPr userDrawn="1"/>
          </p:nvSpPr>
          <p:spPr>
            <a:xfrm>
              <a:off x="7854306" y="615599"/>
              <a:ext cx="598827" cy="142529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546397 w 1546397"/>
                <a:gd name="connsiteY0-130" fmla="*/ 3258438 h 3258438"/>
                <a:gd name="connsiteX1-131" fmla="*/ 0 w 1546397"/>
                <a:gd name="connsiteY1-132" fmla="*/ 1532868 h 3258438"/>
                <a:gd name="connsiteX2-133" fmla="*/ 104074 w 1546397"/>
                <a:gd name="connsiteY2-134" fmla="*/ 0 h 3258438"/>
                <a:gd name="connsiteX3-135" fmla="*/ 1546397 w 1546397"/>
                <a:gd name="connsiteY3-136" fmla="*/ 3258438 h 3258438"/>
                <a:gd name="connsiteX0-137" fmla="*/ 1305765 w 1305765"/>
                <a:gd name="connsiteY0-138" fmla="*/ 1670270 h 1670270"/>
                <a:gd name="connsiteX1-139" fmla="*/ 0 w 1305765"/>
                <a:gd name="connsiteY1-140" fmla="*/ 1532868 h 1670270"/>
                <a:gd name="connsiteX2-141" fmla="*/ 104074 w 1305765"/>
                <a:gd name="connsiteY2-142" fmla="*/ 0 h 1670270"/>
                <a:gd name="connsiteX3-143" fmla="*/ 1305765 w 1305765"/>
                <a:gd name="connsiteY3-144" fmla="*/ 1670270 h 1670270"/>
                <a:gd name="connsiteX0-145" fmla="*/ 307144 w 307144"/>
                <a:gd name="connsiteY0-146" fmla="*/ 1249165 h 1532868"/>
                <a:gd name="connsiteX1-147" fmla="*/ 0 w 307144"/>
                <a:gd name="connsiteY1-148" fmla="*/ 1532868 h 1532868"/>
                <a:gd name="connsiteX2-149" fmla="*/ 104074 w 307144"/>
                <a:gd name="connsiteY2-150" fmla="*/ 0 h 1532868"/>
                <a:gd name="connsiteX3-151" fmla="*/ 307144 w 307144"/>
                <a:gd name="connsiteY3-152" fmla="*/ 1249165 h 1532868"/>
                <a:gd name="connsiteX0-153" fmla="*/ 728249 w 728249"/>
                <a:gd name="connsiteY0-154" fmla="*/ 1513860 h 1532868"/>
                <a:gd name="connsiteX1-155" fmla="*/ 0 w 728249"/>
                <a:gd name="connsiteY1-156" fmla="*/ 1532868 h 1532868"/>
                <a:gd name="connsiteX2-157" fmla="*/ 104074 w 728249"/>
                <a:gd name="connsiteY2-158" fmla="*/ 0 h 1532868"/>
                <a:gd name="connsiteX3-159" fmla="*/ 728249 w 728249"/>
                <a:gd name="connsiteY3-160" fmla="*/ 1513860 h 1532868"/>
                <a:gd name="connsiteX0-161" fmla="*/ 1273881 w 1273881"/>
                <a:gd name="connsiteY0-162" fmla="*/ 1574018 h 1593026"/>
                <a:gd name="connsiteX1-163" fmla="*/ 545632 w 1273881"/>
                <a:gd name="connsiteY1-164" fmla="*/ 1593026 h 1593026"/>
                <a:gd name="connsiteX2-165" fmla="*/ 0 w 1273881"/>
                <a:gd name="connsiteY2-166" fmla="*/ 0 h 1593026"/>
                <a:gd name="connsiteX3-167" fmla="*/ 1273881 w 1273881"/>
                <a:gd name="connsiteY3-168" fmla="*/ 1574018 h 1593026"/>
                <a:gd name="connsiteX0-169" fmla="*/ 728249 w 728249"/>
                <a:gd name="connsiteY0-170" fmla="*/ 1369482 h 1388490"/>
                <a:gd name="connsiteX1-171" fmla="*/ 0 w 728249"/>
                <a:gd name="connsiteY1-172" fmla="*/ 1388490 h 1388490"/>
                <a:gd name="connsiteX2-173" fmla="*/ 272516 w 728249"/>
                <a:gd name="connsiteY2-174" fmla="*/ 0 h 1388490"/>
                <a:gd name="connsiteX3-175" fmla="*/ 728249 w 728249"/>
                <a:gd name="connsiteY3-176" fmla="*/ 1369482 h 1388490"/>
                <a:gd name="connsiteX0-177" fmla="*/ 487618 w 487618"/>
                <a:gd name="connsiteY0-178" fmla="*/ 1369482 h 1369482"/>
                <a:gd name="connsiteX1-179" fmla="*/ 0 w 487618"/>
                <a:gd name="connsiteY1-180" fmla="*/ 1364427 h 1369482"/>
                <a:gd name="connsiteX2-181" fmla="*/ 31885 w 487618"/>
                <a:gd name="connsiteY2-182" fmla="*/ 0 h 1369482"/>
                <a:gd name="connsiteX3-183" fmla="*/ 487618 w 487618"/>
                <a:gd name="connsiteY3-184" fmla="*/ 1369482 h 1369482"/>
                <a:gd name="connsiteX0-185" fmla="*/ 571839 w 571839"/>
                <a:gd name="connsiteY0-186" fmla="*/ 1369482 h 1376459"/>
                <a:gd name="connsiteX1-187" fmla="*/ 0 w 571839"/>
                <a:gd name="connsiteY1-188" fmla="*/ 1376459 h 1376459"/>
                <a:gd name="connsiteX2-189" fmla="*/ 116106 w 571839"/>
                <a:gd name="connsiteY2-190" fmla="*/ 0 h 1376459"/>
                <a:gd name="connsiteX3-191" fmla="*/ 571839 w 571839"/>
                <a:gd name="connsiteY3-192" fmla="*/ 1369482 h 1376459"/>
                <a:gd name="connsiteX0-193" fmla="*/ 571839 w 571839"/>
                <a:gd name="connsiteY0-194" fmla="*/ 1369482 h 1376459"/>
                <a:gd name="connsiteX1-195" fmla="*/ 0 w 571839"/>
                <a:gd name="connsiteY1-196" fmla="*/ 1376459 h 1376459"/>
                <a:gd name="connsiteX2-197" fmla="*/ 67979 w 571839"/>
                <a:gd name="connsiteY2-198" fmla="*/ 0 h 1376459"/>
                <a:gd name="connsiteX3-199" fmla="*/ 571839 w 571839"/>
                <a:gd name="connsiteY3-200" fmla="*/ 1369482 h 1376459"/>
                <a:gd name="connsiteX0-201" fmla="*/ 598827 w 598827"/>
                <a:gd name="connsiteY0-202" fmla="*/ 1418322 h 1425299"/>
                <a:gd name="connsiteX1-203" fmla="*/ 26988 w 598827"/>
                <a:gd name="connsiteY1-204" fmla="*/ 1425299 h 1425299"/>
                <a:gd name="connsiteX2-205" fmla="*/ 0 w 598827"/>
                <a:gd name="connsiteY2-206" fmla="*/ 0 h 1425299"/>
                <a:gd name="connsiteX3-207" fmla="*/ 598827 w 598827"/>
                <a:gd name="connsiteY3-208" fmla="*/ 1418322 h 14252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98827" h="1425299">
                  <a:moveTo>
                    <a:pt x="598827" y="1418322"/>
                  </a:moveTo>
                  <a:lnTo>
                    <a:pt x="26988" y="1425299"/>
                  </a:lnTo>
                  <a:lnTo>
                    <a:pt x="0" y="0"/>
                  </a:lnTo>
                  <a:lnTo>
                    <a:pt x="598827" y="1418322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 userDrawn="1"/>
          </p:nvSpPr>
          <p:spPr>
            <a:xfrm flipV="1">
              <a:off x="10981437" y="1028695"/>
              <a:ext cx="1210563" cy="2096597"/>
            </a:xfrm>
            <a:prstGeom prst="triangle">
              <a:avLst>
                <a:gd name="adj" fmla="val 100000"/>
              </a:avLst>
            </a:prstGeom>
            <a:gradFill>
              <a:gsLst>
                <a:gs pos="63000">
                  <a:srgbClr val="A7D2E5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 userDrawn="1"/>
          </p:nvSpPr>
          <p:spPr>
            <a:xfrm flipV="1">
              <a:off x="10976024" y="1028694"/>
              <a:ext cx="1210563" cy="980579"/>
            </a:xfrm>
            <a:prstGeom prst="triangle">
              <a:avLst>
                <a:gd name="adj" fmla="val 100000"/>
              </a:avLst>
            </a:prstGeom>
            <a:gradFill>
              <a:gsLst>
                <a:gs pos="65000">
                  <a:srgbClr val="5CACCF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1"/>
            <p:cNvSpPr/>
            <p:nvPr userDrawn="1"/>
          </p:nvSpPr>
          <p:spPr>
            <a:xfrm>
              <a:off x="9315405" y="-484853"/>
              <a:ext cx="1697920" cy="2760286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697920" h="2760286">
                  <a:moveTo>
                    <a:pt x="0" y="2760286"/>
                  </a:moveTo>
                  <a:lnTo>
                    <a:pt x="77866" y="0"/>
                  </a:lnTo>
                  <a:lnTo>
                    <a:pt x="1697920" y="1535186"/>
                  </a:lnTo>
                  <a:lnTo>
                    <a:pt x="0" y="2760286"/>
                  </a:lnTo>
                  <a:close/>
                </a:path>
              </a:pathLst>
            </a:custGeom>
            <a:gradFill>
              <a:gsLst>
                <a:gs pos="93000">
                  <a:srgbClr val="52A4AE"/>
                </a:gs>
                <a:gs pos="40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1"/>
            <p:cNvSpPr/>
            <p:nvPr userDrawn="1"/>
          </p:nvSpPr>
          <p:spPr>
            <a:xfrm>
              <a:off x="7854758" y="-615311"/>
              <a:ext cx="1569062" cy="2897490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459311 w 1569062"/>
                <a:gd name="connsiteY0-130" fmla="*/ 2897490 h 2897490"/>
                <a:gd name="connsiteX1-131" fmla="*/ 0 w 1569062"/>
                <a:gd name="connsiteY1-132" fmla="*/ 1229977 h 2897490"/>
                <a:gd name="connsiteX2-133" fmla="*/ 1569062 w 1569062"/>
                <a:gd name="connsiteY2-134" fmla="*/ 0 h 2897490"/>
                <a:gd name="connsiteX3-135" fmla="*/ 1459311 w 1569062"/>
                <a:gd name="connsiteY3-136" fmla="*/ 2897490 h 289749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569062" h="2897490">
                  <a:moveTo>
                    <a:pt x="1459311" y="2897490"/>
                  </a:moveTo>
                  <a:lnTo>
                    <a:pt x="0" y="1229977"/>
                  </a:lnTo>
                  <a:lnTo>
                    <a:pt x="1569062" y="0"/>
                  </a:lnTo>
                  <a:lnTo>
                    <a:pt x="1459311" y="2897490"/>
                  </a:lnTo>
                  <a:close/>
                </a:path>
              </a:pathLst>
            </a:custGeom>
            <a:gradFill>
              <a:gsLst>
                <a:gs pos="100000">
                  <a:srgbClr val="52A4AE"/>
                </a:gs>
                <a:gs pos="37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1"/>
            <p:cNvSpPr/>
            <p:nvPr userDrawn="1"/>
          </p:nvSpPr>
          <p:spPr>
            <a:xfrm rot="19016716">
              <a:off x="7429689" y="1625281"/>
              <a:ext cx="749276" cy="47365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113510" h="1200099">
                  <a:moveTo>
                    <a:pt x="545691" y="1200100"/>
                  </a:moveTo>
                  <a:lnTo>
                    <a:pt x="0" y="287234"/>
                  </a:lnTo>
                  <a:lnTo>
                    <a:pt x="1113511" y="0"/>
                  </a:lnTo>
                  <a:lnTo>
                    <a:pt x="545691" y="1200100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3000">
                  <a:srgbClr val="92BFB5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1"/>
            <p:cNvSpPr/>
            <p:nvPr userDrawn="1"/>
          </p:nvSpPr>
          <p:spPr>
            <a:xfrm rot="19016716">
              <a:off x="6932975" y="1332339"/>
              <a:ext cx="813578" cy="55312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09070" h="1401450">
                  <a:moveTo>
                    <a:pt x="302414" y="1401450"/>
                  </a:moveTo>
                  <a:lnTo>
                    <a:pt x="0" y="1"/>
                  </a:lnTo>
                  <a:lnTo>
                    <a:pt x="1209069" y="699361"/>
                  </a:lnTo>
                  <a:lnTo>
                    <a:pt x="302414" y="1401450"/>
                  </a:lnTo>
                  <a:close/>
                </a:path>
              </a:pathLst>
            </a:custGeom>
            <a:gradFill>
              <a:gsLst>
                <a:gs pos="92000">
                  <a:srgbClr val="92BFB5"/>
                </a:gs>
                <a:gs pos="3000">
                  <a:srgbClr val="B6D3B7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1"/>
            <p:cNvSpPr/>
            <p:nvPr userDrawn="1"/>
          </p:nvSpPr>
          <p:spPr>
            <a:xfrm rot="19016716">
              <a:off x="6404298" y="1055749"/>
              <a:ext cx="493101" cy="564862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  <a:gd name="connsiteX0-73" fmla="*/ 0 w 1451958"/>
                <a:gd name="connsiteY0-74" fmla="*/ 699715 h 699715"/>
                <a:gd name="connsiteX1-75" fmla="*/ 242889 w 1451958"/>
                <a:gd name="connsiteY1-76" fmla="*/ 1 h 699715"/>
                <a:gd name="connsiteX2-77" fmla="*/ 1451958 w 1451958"/>
                <a:gd name="connsiteY2-78" fmla="*/ 699361 h 699715"/>
                <a:gd name="connsiteX3-79" fmla="*/ 0 w 1451958"/>
                <a:gd name="connsiteY3-80" fmla="*/ 699715 h 699715"/>
                <a:gd name="connsiteX0-81" fmla="*/ 0 w 732805"/>
                <a:gd name="connsiteY0-82" fmla="*/ 699715 h 1431177"/>
                <a:gd name="connsiteX1-83" fmla="*/ 242889 w 732805"/>
                <a:gd name="connsiteY1-84" fmla="*/ 1 h 1431177"/>
                <a:gd name="connsiteX2-85" fmla="*/ 732804 w 732805"/>
                <a:gd name="connsiteY2-86" fmla="*/ 1431176 h 1431177"/>
                <a:gd name="connsiteX3-87" fmla="*/ 0 w 732805"/>
                <a:gd name="connsiteY3-88" fmla="*/ 699715 h 14311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32805" h="1431177">
                  <a:moveTo>
                    <a:pt x="0" y="699715"/>
                  </a:moveTo>
                  <a:lnTo>
                    <a:pt x="242889" y="1"/>
                  </a:lnTo>
                  <a:lnTo>
                    <a:pt x="732804" y="1431176"/>
                  </a:lnTo>
                  <a:lnTo>
                    <a:pt x="0" y="699715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3000">
                  <a:srgbClr val="92BFB5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1"/>
            <p:cNvSpPr/>
            <p:nvPr userDrawn="1"/>
          </p:nvSpPr>
          <p:spPr>
            <a:xfrm rot="19016716">
              <a:off x="6519455" y="1855065"/>
              <a:ext cx="420702" cy="399392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  <a:gd name="connsiteX0-73" fmla="*/ 0 w 1451958"/>
                <a:gd name="connsiteY0-74" fmla="*/ 699715 h 699715"/>
                <a:gd name="connsiteX1-75" fmla="*/ 242889 w 1451958"/>
                <a:gd name="connsiteY1-76" fmla="*/ 1 h 699715"/>
                <a:gd name="connsiteX2-77" fmla="*/ 1451958 w 1451958"/>
                <a:gd name="connsiteY2-78" fmla="*/ 699361 h 699715"/>
                <a:gd name="connsiteX3-79" fmla="*/ 0 w 1451958"/>
                <a:gd name="connsiteY3-80" fmla="*/ 699715 h 699715"/>
                <a:gd name="connsiteX0-81" fmla="*/ 0 w 732805"/>
                <a:gd name="connsiteY0-82" fmla="*/ 699715 h 1431177"/>
                <a:gd name="connsiteX1-83" fmla="*/ 242889 w 732805"/>
                <a:gd name="connsiteY1-84" fmla="*/ 1 h 1431177"/>
                <a:gd name="connsiteX2-85" fmla="*/ 732804 w 732805"/>
                <a:gd name="connsiteY2-86" fmla="*/ 1431176 h 1431177"/>
                <a:gd name="connsiteX3-87" fmla="*/ 0 w 732805"/>
                <a:gd name="connsiteY3-88" fmla="*/ 699715 h 1431177"/>
                <a:gd name="connsiteX0-89" fmla="*/ 0 w 732804"/>
                <a:gd name="connsiteY0-90" fmla="*/ 424454 h 1155916"/>
                <a:gd name="connsiteX1-91" fmla="*/ 703793 w 732804"/>
                <a:gd name="connsiteY1-92" fmla="*/ 1 h 1155916"/>
                <a:gd name="connsiteX2-93" fmla="*/ 732804 w 732804"/>
                <a:gd name="connsiteY2-94" fmla="*/ 1155915 h 1155916"/>
                <a:gd name="connsiteX3-95" fmla="*/ 0 w 732804"/>
                <a:gd name="connsiteY3-96" fmla="*/ 424454 h 1155916"/>
                <a:gd name="connsiteX0-97" fmla="*/ 0 w 703794"/>
                <a:gd name="connsiteY0-98" fmla="*/ 424454 h 1436384"/>
                <a:gd name="connsiteX1-99" fmla="*/ 703793 w 703794"/>
                <a:gd name="connsiteY1-100" fmla="*/ 1 h 1436384"/>
                <a:gd name="connsiteX2-101" fmla="*/ 358875 w 703794"/>
                <a:gd name="connsiteY2-102" fmla="*/ 1436384 h 1436384"/>
                <a:gd name="connsiteX3-103" fmla="*/ 0 w 703794"/>
                <a:gd name="connsiteY3-104" fmla="*/ 424454 h 1436384"/>
                <a:gd name="connsiteX0-105" fmla="*/ 0 w 625213"/>
                <a:gd name="connsiteY0-106" fmla="*/ 0 h 1011930"/>
                <a:gd name="connsiteX1-107" fmla="*/ 625212 w 625213"/>
                <a:gd name="connsiteY1-108" fmla="*/ 76158 h 1011930"/>
                <a:gd name="connsiteX2-109" fmla="*/ 358875 w 625213"/>
                <a:gd name="connsiteY2-110" fmla="*/ 1011930 h 1011930"/>
                <a:gd name="connsiteX3-111" fmla="*/ 0 w 625213"/>
                <a:gd name="connsiteY3-112" fmla="*/ 0 h 101193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25213" h="1011930">
                  <a:moveTo>
                    <a:pt x="0" y="0"/>
                  </a:moveTo>
                  <a:lnTo>
                    <a:pt x="625212" y="76158"/>
                  </a:lnTo>
                  <a:lnTo>
                    <a:pt x="358875" y="101193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2000">
                  <a:srgbClr val="92BFB5"/>
                </a:gs>
                <a:gs pos="3000">
                  <a:srgbClr val="B6D3B7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197820" y="263237"/>
            <a:ext cx="11797868" cy="6605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 userDrawn="1"/>
        </p:nvSpPr>
        <p:spPr>
          <a:xfrm>
            <a:off x="6386946" y="5422432"/>
            <a:ext cx="5822505" cy="1446611"/>
          </a:xfrm>
          <a:prstGeom prst="triangle">
            <a:avLst>
              <a:gd name="adj" fmla="val 100000"/>
            </a:avLst>
          </a:prstGeom>
          <a:gradFill>
            <a:gsLst>
              <a:gs pos="67000">
                <a:srgbClr val="FFFFFF"/>
              </a:gs>
              <a:gs pos="0">
                <a:srgbClr val="E1EAEF">
                  <a:alpha val="57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5659987" y="1377793"/>
            <a:ext cx="906097" cy="0"/>
            <a:chOff x="5444832" y="1399309"/>
            <a:chExt cx="90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5444832" y="1399309"/>
              <a:ext cx="454994" cy="0"/>
            </a:xfrm>
            <a:prstGeom prst="line">
              <a:avLst/>
            </a:prstGeom>
            <a:ln w="57150">
              <a:gradFill>
                <a:gsLst>
                  <a:gs pos="0">
                    <a:srgbClr val="92BFB5"/>
                  </a:gs>
                  <a:gs pos="100000">
                    <a:srgbClr val="52A4AE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895935" y="1399309"/>
              <a:ext cx="454994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 flipH="1" flipV="1">
            <a:off x="-15944" y="5422431"/>
            <a:ext cx="1120172" cy="1152143"/>
            <a:chOff x="1565992" y="3100101"/>
            <a:chExt cx="1406469" cy="2632106"/>
          </a:xfrm>
        </p:grpSpPr>
        <p:sp>
          <p:nvSpPr>
            <p:cNvPr id="16" name="等腰三角形 26"/>
            <p:cNvSpPr/>
            <p:nvPr userDrawn="1"/>
          </p:nvSpPr>
          <p:spPr>
            <a:xfrm flipV="1">
              <a:off x="1565992" y="3111145"/>
              <a:ext cx="1406469" cy="2621062"/>
            </a:xfrm>
            <a:custGeom>
              <a:avLst/>
              <a:gdLst>
                <a:gd name="connsiteX0" fmla="*/ 0 w 1406469"/>
                <a:gd name="connsiteY0" fmla="*/ 3476740 h 3476740"/>
                <a:gd name="connsiteX1" fmla="*/ 1406469 w 1406469"/>
                <a:gd name="connsiteY1" fmla="*/ 0 h 3476740"/>
                <a:gd name="connsiteX2" fmla="*/ 1406469 w 1406469"/>
                <a:gd name="connsiteY2" fmla="*/ 3476740 h 3476740"/>
                <a:gd name="connsiteX3" fmla="*/ 0 w 1406469"/>
                <a:gd name="connsiteY3" fmla="*/ 3476740 h 3476740"/>
                <a:gd name="connsiteX0-1" fmla="*/ 0 w 1406469"/>
                <a:gd name="connsiteY0-2" fmla="*/ 3476740 h 3476740"/>
                <a:gd name="connsiteX1-3" fmla="*/ 1406469 w 1406469"/>
                <a:gd name="connsiteY1-4" fmla="*/ 0 h 3476740"/>
                <a:gd name="connsiteX2-5" fmla="*/ 1400412 w 1406469"/>
                <a:gd name="connsiteY2-6" fmla="*/ 881316 h 3476740"/>
                <a:gd name="connsiteX3-7" fmla="*/ 1406469 w 1406469"/>
                <a:gd name="connsiteY3-8" fmla="*/ 3476740 h 3476740"/>
                <a:gd name="connsiteX4" fmla="*/ 0 w 1406469"/>
                <a:gd name="connsiteY4" fmla="*/ 3476740 h 3476740"/>
                <a:gd name="connsiteX0-9" fmla="*/ 0 w 1406469"/>
                <a:gd name="connsiteY0-10" fmla="*/ 3476740 h 3476740"/>
                <a:gd name="connsiteX1-11" fmla="*/ 1058581 w 1406469"/>
                <a:gd name="connsiteY1-12" fmla="*/ 855678 h 3476740"/>
                <a:gd name="connsiteX2-13" fmla="*/ 1406469 w 1406469"/>
                <a:gd name="connsiteY2-14" fmla="*/ 0 h 3476740"/>
                <a:gd name="connsiteX3-15" fmla="*/ 1400412 w 1406469"/>
                <a:gd name="connsiteY3-16" fmla="*/ 881316 h 3476740"/>
                <a:gd name="connsiteX4-17" fmla="*/ 1406469 w 1406469"/>
                <a:gd name="connsiteY4-18" fmla="*/ 3476740 h 3476740"/>
                <a:gd name="connsiteX5" fmla="*/ 0 w 1406469"/>
                <a:gd name="connsiteY5" fmla="*/ 3476740 h 3476740"/>
                <a:gd name="connsiteX0-19" fmla="*/ 0 w 1406469"/>
                <a:gd name="connsiteY0-20" fmla="*/ 2621062 h 2621062"/>
                <a:gd name="connsiteX1-21" fmla="*/ 1058581 w 1406469"/>
                <a:gd name="connsiteY1-22" fmla="*/ 0 h 2621062"/>
                <a:gd name="connsiteX2-23" fmla="*/ 1400412 w 1406469"/>
                <a:gd name="connsiteY2-24" fmla="*/ 25638 h 2621062"/>
                <a:gd name="connsiteX3-25" fmla="*/ 1406469 w 1406469"/>
                <a:gd name="connsiteY3-26" fmla="*/ 2621062 h 2621062"/>
                <a:gd name="connsiteX4-27" fmla="*/ 0 w 1406469"/>
                <a:gd name="connsiteY4-28" fmla="*/ 2621062 h 26210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406469" h="2621062">
                  <a:moveTo>
                    <a:pt x="0" y="2621062"/>
                  </a:moveTo>
                  <a:lnTo>
                    <a:pt x="1058581" y="0"/>
                  </a:lnTo>
                  <a:lnTo>
                    <a:pt x="1400412" y="25638"/>
                  </a:lnTo>
                  <a:lnTo>
                    <a:pt x="1406469" y="2621062"/>
                  </a:lnTo>
                  <a:lnTo>
                    <a:pt x="0" y="2621062"/>
                  </a:lnTo>
                  <a:close/>
                </a:path>
              </a:pathLst>
            </a:custGeom>
            <a:gradFill>
              <a:gsLst>
                <a:gs pos="76000">
                  <a:srgbClr val="52A4AE"/>
                </a:gs>
                <a:gs pos="37000">
                  <a:srgbClr val="92BFB5"/>
                </a:gs>
              </a:gsLst>
              <a:lin ang="12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 userDrawn="1"/>
          </p:nvSpPr>
          <p:spPr>
            <a:xfrm flipV="1">
              <a:off x="1779353" y="3100101"/>
              <a:ext cx="1175657" cy="1389601"/>
            </a:xfrm>
            <a:prstGeom prst="triangle">
              <a:avLst>
                <a:gd name="adj" fmla="val 100000"/>
              </a:avLst>
            </a:prstGeom>
            <a:gradFill>
              <a:gsLst>
                <a:gs pos="100000">
                  <a:srgbClr val="77B6BF"/>
                </a:gs>
                <a:gs pos="45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6404298" y="-615311"/>
            <a:ext cx="5787702" cy="3740603"/>
            <a:chOff x="6404298" y="-615311"/>
            <a:chExt cx="5787702" cy="3740603"/>
          </a:xfrm>
        </p:grpSpPr>
        <p:sp>
          <p:nvSpPr>
            <p:cNvPr id="19" name="等腰三角形 18"/>
            <p:cNvSpPr/>
            <p:nvPr userDrawn="1"/>
          </p:nvSpPr>
          <p:spPr>
            <a:xfrm flipV="1">
              <a:off x="9918359" y="-2"/>
              <a:ext cx="2273641" cy="2225843"/>
            </a:xfrm>
            <a:prstGeom prst="triangle">
              <a:avLst>
                <a:gd name="adj" fmla="val 100000"/>
              </a:avLst>
            </a:prstGeom>
            <a:gradFill>
              <a:gsLst>
                <a:gs pos="75000">
                  <a:srgbClr val="5CACCF"/>
                </a:gs>
                <a:gs pos="31000">
                  <a:srgbClr val="B6D3B7"/>
                </a:gs>
              </a:gsLst>
              <a:lin ang="30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21"/>
            <p:cNvSpPr/>
            <p:nvPr userDrawn="1"/>
          </p:nvSpPr>
          <p:spPr>
            <a:xfrm>
              <a:off x="7858555" y="613606"/>
              <a:ext cx="1215869" cy="1409798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546397 w 1546397"/>
                <a:gd name="connsiteY0-130" fmla="*/ 3258438 h 3258438"/>
                <a:gd name="connsiteX1-131" fmla="*/ 0 w 1546397"/>
                <a:gd name="connsiteY1-132" fmla="*/ 1532868 h 3258438"/>
                <a:gd name="connsiteX2-133" fmla="*/ 104074 w 1546397"/>
                <a:gd name="connsiteY2-134" fmla="*/ 0 h 3258438"/>
                <a:gd name="connsiteX3-135" fmla="*/ 1546397 w 1546397"/>
                <a:gd name="connsiteY3-136" fmla="*/ 3258438 h 3258438"/>
                <a:gd name="connsiteX0-137" fmla="*/ 1305765 w 1305765"/>
                <a:gd name="connsiteY0-138" fmla="*/ 1670270 h 1670270"/>
                <a:gd name="connsiteX1-139" fmla="*/ 0 w 1305765"/>
                <a:gd name="connsiteY1-140" fmla="*/ 1532868 h 1670270"/>
                <a:gd name="connsiteX2-141" fmla="*/ 104074 w 1305765"/>
                <a:gd name="connsiteY2-142" fmla="*/ 0 h 1670270"/>
                <a:gd name="connsiteX3-143" fmla="*/ 1305765 w 1305765"/>
                <a:gd name="connsiteY3-144" fmla="*/ 1670270 h 1670270"/>
                <a:gd name="connsiteX0-145" fmla="*/ 307144 w 307144"/>
                <a:gd name="connsiteY0-146" fmla="*/ 1249165 h 1532868"/>
                <a:gd name="connsiteX1-147" fmla="*/ 0 w 307144"/>
                <a:gd name="connsiteY1-148" fmla="*/ 1532868 h 1532868"/>
                <a:gd name="connsiteX2-149" fmla="*/ 104074 w 307144"/>
                <a:gd name="connsiteY2-150" fmla="*/ 0 h 1532868"/>
                <a:gd name="connsiteX3-151" fmla="*/ 307144 w 307144"/>
                <a:gd name="connsiteY3-152" fmla="*/ 1249165 h 1532868"/>
                <a:gd name="connsiteX0-153" fmla="*/ 728249 w 728249"/>
                <a:gd name="connsiteY0-154" fmla="*/ 1513860 h 1532868"/>
                <a:gd name="connsiteX1-155" fmla="*/ 0 w 728249"/>
                <a:gd name="connsiteY1-156" fmla="*/ 1532868 h 1532868"/>
                <a:gd name="connsiteX2-157" fmla="*/ 104074 w 728249"/>
                <a:gd name="connsiteY2-158" fmla="*/ 0 h 1532868"/>
                <a:gd name="connsiteX3-159" fmla="*/ 728249 w 728249"/>
                <a:gd name="connsiteY3-160" fmla="*/ 1513860 h 1532868"/>
                <a:gd name="connsiteX0-161" fmla="*/ 1273881 w 1273881"/>
                <a:gd name="connsiteY0-162" fmla="*/ 1574018 h 1593026"/>
                <a:gd name="connsiteX1-163" fmla="*/ 545632 w 1273881"/>
                <a:gd name="connsiteY1-164" fmla="*/ 1593026 h 1593026"/>
                <a:gd name="connsiteX2-165" fmla="*/ 0 w 1273881"/>
                <a:gd name="connsiteY2-166" fmla="*/ 0 h 1593026"/>
                <a:gd name="connsiteX3-167" fmla="*/ 1273881 w 1273881"/>
                <a:gd name="connsiteY3-168" fmla="*/ 1574018 h 1593026"/>
                <a:gd name="connsiteX0-169" fmla="*/ 1175168 w 1175168"/>
                <a:gd name="connsiteY0-170" fmla="*/ 1423350 h 1442358"/>
                <a:gd name="connsiteX1-171" fmla="*/ 446919 w 1175168"/>
                <a:gd name="connsiteY1-172" fmla="*/ 1442358 h 1442358"/>
                <a:gd name="connsiteX2-173" fmla="*/ 0 w 1175168"/>
                <a:gd name="connsiteY2-174" fmla="*/ 0 h 1442358"/>
                <a:gd name="connsiteX3-175" fmla="*/ 1175168 w 1175168"/>
                <a:gd name="connsiteY3-176" fmla="*/ 1423350 h 1442358"/>
                <a:gd name="connsiteX0-177" fmla="*/ 1215869 w 1215869"/>
                <a:gd name="connsiteY0-178" fmla="*/ 1390790 h 1409798"/>
                <a:gd name="connsiteX1-179" fmla="*/ 487620 w 1215869"/>
                <a:gd name="connsiteY1-180" fmla="*/ 1409798 h 1409798"/>
                <a:gd name="connsiteX2-181" fmla="*/ 0 w 1215869"/>
                <a:gd name="connsiteY2-182" fmla="*/ 0 h 1409798"/>
                <a:gd name="connsiteX3-183" fmla="*/ 1215869 w 1215869"/>
                <a:gd name="connsiteY3-184" fmla="*/ 1390790 h 140979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15869" h="1409798">
                  <a:moveTo>
                    <a:pt x="1215869" y="1390790"/>
                  </a:moveTo>
                  <a:lnTo>
                    <a:pt x="487620" y="1409798"/>
                  </a:lnTo>
                  <a:lnTo>
                    <a:pt x="0" y="0"/>
                  </a:lnTo>
                  <a:lnTo>
                    <a:pt x="1215869" y="1390790"/>
                  </a:lnTo>
                  <a:close/>
                </a:path>
              </a:pathLst>
            </a:custGeom>
            <a:gradFill>
              <a:gsLst>
                <a:gs pos="62000">
                  <a:srgbClr val="52A4AE"/>
                </a:gs>
                <a:gs pos="35000">
                  <a:srgbClr val="92BFB5"/>
                </a:gs>
              </a:gsLst>
              <a:lin ang="1920000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1"/>
            <p:cNvSpPr/>
            <p:nvPr userDrawn="1"/>
          </p:nvSpPr>
          <p:spPr>
            <a:xfrm>
              <a:off x="7854306" y="615599"/>
              <a:ext cx="598827" cy="142529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546397 w 1546397"/>
                <a:gd name="connsiteY0-130" fmla="*/ 3258438 h 3258438"/>
                <a:gd name="connsiteX1-131" fmla="*/ 0 w 1546397"/>
                <a:gd name="connsiteY1-132" fmla="*/ 1532868 h 3258438"/>
                <a:gd name="connsiteX2-133" fmla="*/ 104074 w 1546397"/>
                <a:gd name="connsiteY2-134" fmla="*/ 0 h 3258438"/>
                <a:gd name="connsiteX3-135" fmla="*/ 1546397 w 1546397"/>
                <a:gd name="connsiteY3-136" fmla="*/ 3258438 h 3258438"/>
                <a:gd name="connsiteX0-137" fmla="*/ 1305765 w 1305765"/>
                <a:gd name="connsiteY0-138" fmla="*/ 1670270 h 1670270"/>
                <a:gd name="connsiteX1-139" fmla="*/ 0 w 1305765"/>
                <a:gd name="connsiteY1-140" fmla="*/ 1532868 h 1670270"/>
                <a:gd name="connsiteX2-141" fmla="*/ 104074 w 1305765"/>
                <a:gd name="connsiteY2-142" fmla="*/ 0 h 1670270"/>
                <a:gd name="connsiteX3-143" fmla="*/ 1305765 w 1305765"/>
                <a:gd name="connsiteY3-144" fmla="*/ 1670270 h 1670270"/>
                <a:gd name="connsiteX0-145" fmla="*/ 307144 w 307144"/>
                <a:gd name="connsiteY0-146" fmla="*/ 1249165 h 1532868"/>
                <a:gd name="connsiteX1-147" fmla="*/ 0 w 307144"/>
                <a:gd name="connsiteY1-148" fmla="*/ 1532868 h 1532868"/>
                <a:gd name="connsiteX2-149" fmla="*/ 104074 w 307144"/>
                <a:gd name="connsiteY2-150" fmla="*/ 0 h 1532868"/>
                <a:gd name="connsiteX3-151" fmla="*/ 307144 w 307144"/>
                <a:gd name="connsiteY3-152" fmla="*/ 1249165 h 1532868"/>
                <a:gd name="connsiteX0-153" fmla="*/ 728249 w 728249"/>
                <a:gd name="connsiteY0-154" fmla="*/ 1513860 h 1532868"/>
                <a:gd name="connsiteX1-155" fmla="*/ 0 w 728249"/>
                <a:gd name="connsiteY1-156" fmla="*/ 1532868 h 1532868"/>
                <a:gd name="connsiteX2-157" fmla="*/ 104074 w 728249"/>
                <a:gd name="connsiteY2-158" fmla="*/ 0 h 1532868"/>
                <a:gd name="connsiteX3-159" fmla="*/ 728249 w 728249"/>
                <a:gd name="connsiteY3-160" fmla="*/ 1513860 h 1532868"/>
                <a:gd name="connsiteX0-161" fmla="*/ 1273881 w 1273881"/>
                <a:gd name="connsiteY0-162" fmla="*/ 1574018 h 1593026"/>
                <a:gd name="connsiteX1-163" fmla="*/ 545632 w 1273881"/>
                <a:gd name="connsiteY1-164" fmla="*/ 1593026 h 1593026"/>
                <a:gd name="connsiteX2-165" fmla="*/ 0 w 1273881"/>
                <a:gd name="connsiteY2-166" fmla="*/ 0 h 1593026"/>
                <a:gd name="connsiteX3-167" fmla="*/ 1273881 w 1273881"/>
                <a:gd name="connsiteY3-168" fmla="*/ 1574018 h 1593026"/>
                <a:gd name="connsiteX0-169" fmla="*/ 728249 w 728249"/>
                <a:gd name="connsiteY0-170" fmla="*/ 1369482 h 1388490"/>
                <a:gd name="connsiteX1-171" fmla="*/ 0 w 728249"/>
                <a:gd name="connsiteY1-172" fmla="*/ 1388490 h 1388490"/>
                <a:gd name="connsiteX2-173" fmla="*/ 272516 w 728249"/>
                <a:gd name="connsiteY2-174" fmla="*/ 0 h 1388490"/>
                <a:gd name="connsiteX3-175" fmla="*/ 728249 w 728249"/>
                <a:gd name="connsiteY3-176" fmla="*/ 1369482 h 1388490"/>
                <a:gd name="connsiteX0-177" fmla="*/ 487618 w 487618"/>
                <a:gd name="connsiteY0-178" fmla="*/ 1369482 h 1369482"/>
                <a:gd name="connsiteX1-179" fmla="*/ 0 w 487618"/>
                <a:gd name="connsiteY1-180" fmla="*/ 1364427 h 1369482"/>
                <a:gd name="connsiteX2-181" fmla="*/ 31885 w 487618"/>
                <a:gd name="connsiteY2-182" fmla="*/ 0 h 1369482"/>
                <a:gd name="connsiteX3-183" fmla="*/ 487618 w 487618"/>
                <a:gd name="connsiteY3-184" fmla="*/ 1369482 h 1369482"/>
                <a:gd name="connsiteX0-185" fmla="*/ 571839 w 571839"/>
                <a:gd name="connsiteY0-186" fmla="*/ 1369482 h 1376459"/>
                <a:gd name="connsiteX1-187" fmla="*/ 0 w 571839"/>
                <a:gd name="connsiteY1-188" fmla="*/ 1376459 h 1376459"/>
                <a:gd name="connsiteX2-189" fmla="*/ 116106 w 571839"/>
                <a:gd name="connsiteY2-190" fmla="*/ 0 h 1376459"/>
                <a:gd name="connsiteX3-191" fmla="*/ 571839 w 571839"/>
                <a:gd name="connsiteY3-192" fmla="*/ 1369482 h 1376459"/>
                <a:gd name="connsiteX0-193" fmla="*/ 571839 w 571839"/>
                <a:gd name="connsiteY0-194" fmla="*/ 1369482 h 1376459"/>
                <a:gd name="connsiteX1-195" fmla="*/ 0 w 571839"/>
                <a:gd name="connsiteY1-196" fmla="*/ 1376459 h 1376459"/>
                <a:gd name="connsiteX2-197" fmla="*/ 67979 w 571839"/>
                <a:gd name="connsiteY2-198" fmla="*/ 0 h 1376459"/>
                <a:gd name="connsiteX3-199" fmla="*/ 571839 w 571839"/>
                <a:gd name="connsiteY3-200" fmla="*/ 1369482 h 1376459"/>
                <a:gd name="connsiteX0-201" fmla="*/ 598827 w 598827"/>
                <a:gd name="connsiteY0-202" fmla="*/ 1418322 h 1425299"/>
                <a:gd name="connsiteX1-203" fmla="*/ 26988 w 598827"/>
                <a:gd name="connsiteY1-204" fmla="*/ 1425299 h 1425299"/>
                <a:gd name="connsiteX2-205" fmla="*/ 0 w 598827"/>
                <a:gd name="connsiteY2-206" fmla="*/ 0 h 1425299"/>
                <a:gd name="connsiteX3-207" fmla="*/ 598827 w 598827"/>
                <a:gd name="connsiteY3-208" fmla="*/ 1418322 h 14252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98827" h="1425299">
                  <a:moveTo>
                    <a:pt x="598827" y="1418322"/>
                  </a:moveTo>
                  <a:lnTo>
                    <a:pt x="26988" y="1425299"/>
                  </a:lnTo>
                  <a:lnTo>
                    <a:pt x="0" y="0"/>
                  </a:lnTo>
                  <a:lnTo>
                    <a:pt x="598827" y="1418322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 userDrawn="1"/>
          </p:nvSpPr>
          <p:spPr>
            <a:xfrm flipV="1">
              <a:off x="10981437" y="1028695"/>
              <a:ext cx="1210563" cy="2096597"/>
            </a:xfrm>
            <a:prstGeom prst="triangle">
              <a:avLst>
                <a:gd name="adj" fmla="val 100000"/>
              </a:avLst>
            </a:prstGeom>
            <a:gradFill>
              <a:gsLst>
                <a:gs pos="63000">
                  <a:srgbClr val="A7D2E5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 userDrawn="1"/>
          </p:nvSpPr>
          <p:spPr>
            <a:xfrm flipV="1">
              <a:off x="10976024" y="1028694"/>
              <a:ext cx="1210563" cy="980579"/>
            </a:xfrm>
            <a:prstGeom prst="triangle">
              <a:avLst>
                <a:gd name="adj" fmla="val 100000"/>
              </a:avLst>
            </a:prstGeom>
            <a:gradFill>
              <a:gsLst>
                <a:gs pos="65000">
                  <a:srgbClr val="5CACCF"/>
                </a:gs>
                <a:gs pos="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1"/>
            <p:cNvSpPr/>
            <p:nvPr userDrawn="1"/>
          </p:nvSpPr>
          <p:spPr>
            <a:xfrm>
              <a:off x="9315405" y="-484853"/>
              <a:ext cx="1697920" cy="2760286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697920" h="2760286">
                  <a:moveTo>
                    <a:pt x="0" y="2760286"/>
                  </a:moveTo>
                  <a:lnTo>
                    <a:pt x="77866" y="0"/>
                  </a:lnTo>
                  <a:lnTo>
                    <a:pt x="1697920" y="1535186"/>
                  </a:lnTo>
                  <a:lnTo>
                    <a:pt x="0" y="2760286"/>
                  </a:lnTo>
                  <a:close/>
                </a:path>
              </a:pathLst>
            </a:custGeom>
            <a:gradFill>
              <a:gsLst>
                <a:gs pos="93000">
                  <a:srgbClr val="52A4AE"/>
                </a:gs>
                <a:gs pos="40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1"/>
            <p:cNvSpPr/>
            <p:nvPr userDrawn="1"/>
          </p:nvSpPr>
          <p:spPr>
            <a:xfrm>
              <a:off x="7854758" y="-615311"/>
              <a:ext cx="1569062" cy="2897490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75156 w 889348"/>
                <a:gd name="connsiteY0-34" fmla="*/ 789139 h 864296"/>
                <a:gd name="connsiteX1-35" fmla="*/ 0 w 889348"/>
                <a:gd name="connsiteY1-36" fmla="*/ 0 h 864296"/>
                <a:gd name="connsiteX2-37" fmla="*/ 889348 w 889348"/>
                <a:gd name="connsiteY2-38" fmla="*/ 864296 h 864296"/>
                <a:gd name="connsiteX3-39" fmla="*/ 75156 w 889348"/>
                <a:gd name="connsiteY3-40" fmla="*/ 789139 h 864296"/>
                <a:gd name="connsiteX0-41" fmla="*/ 0 w 814192"/>
                <a:gd name="connsiteY0-42" fmla="*/ 750503 h 825660"/>
                <a:gd name="connsiteX1-43" fmla="*/ 588106 w 814192"/>
                <a:gd name="connsiteY1-44" fmla="*/ 0 h 825660"/>
                <a:gd name="connsiteX2-45" fmla="*/ 814192 w 814192"/>
                <a:gd name="connsiteY2-46" fmla="*/ 825660 h 825660"/>
                <a:gd name="connsiteX3-47" fmla="*/ 0 w 814192"/>
                <a:gd name="connsiteY3-48" fmla="*/ 750503 h 825660"/>
                <a:gd name="connsiteX0-49" fmla="*/ 0 w 852829"/>
                <a:gd name="connsiteY0-50" fmla="*/ 698988 h 825660"/>
                <a:gd name="connsiteX1-51" fmla="*/ 626743 w 852829"/>
                <a:gd name="connsiteY1-52" fmla="*/ 0 h 825660"/>
                <a:gd name="connsiteX2-53" fmla="*/ 852829 w 852829"/>
                <a:gd name="connsiteY2-54" fmla="*/ 825660 h 825660"/>
                <a:gd name="connsiteX3-55" fmla="*/ 0 w 852829"/>
                <a:gd name="connsiteY3-56" fmla="*/ 698988 h 825660"/>
                <a:gd name="connsiteX0-57" fmla="*/ 0 w 839950"/>
                <a:gd name="connsiteY0-58" fmla="*/ 698988 h 864297"/>
                <a:gd name="connsiteX1-59" fmla="*/ 626743 w 839950"/>
                <a:gd name="connsiteY1-60" fmla="*/ 0 h 864297"/>
                <a:gd name="connsiteX2-61" fmla="*/ 839950 w 839950"/>
                <a:gd name="connsiteY2-62" fmla="*/ 864297 h 864297"/>
                <a:gd name="connsiteX3-63" fmla="*/ 0 w 839950"/>
                <a:gd name="connsiteY3-64" fmla="*/ 698988 h 864297"/>
                <a:gd name="connsiteX0-65" fmla="*/ 0 w 988057"/>
                <a:gd name="connsiteY0-66" fmla="*/ 698988 h 1218466"/>
                <a:gd name="connsiteX1-67" fmla="*/ 626743 w 988057"/>
                <a:gd name="connsiteY1-68" fmla="*/ 0 h 1218466"/>
                <a:gd name="connsiteX2-69" fmla="*/ 988057 w 988057"/>
                <a:gd name="connsiteY2-70" fmla="*/ 1218466 h 1218466"/>
                <a:gd name="connsiteX3-71" fmla="*/ 0 w 988057"/>
                <a:gd name="connsiteY3-72" fmla="*/ 698988 h 1218466"/>
                <a:gd name="connsiteX0-73" fmla="*/ 0 w 1702129"/>
                <a:gd name="connsiteY0-74" fmla="*/ 666791 h 1186269"/>
                <a:gd name="connsiteX1-75" fmla="*/ 1702129 w 1702129"/>
                <a:gd name="connsiteY1-76" fmla="*/ 0 h 1186269"/>
                <a:gd name="connsiteX2-77" fmla="*/ 988057 w 1702129"/>
                <a:gd name="connsiteY2-78" fmla="*/ 1186269 h 1186269"/>
                <a:gd name="connsiteX3-79" fmla="*/ 0 w 1702129"/>
                <a:gd name="connsiteY3-80" fmla="*/ 666791 h 1186269"/>
                <a:gd name="connsiteX0-81" fmla="*/ 0 w 988057"/>
                <a:gd name="connsiteY0-82" fmla="*/ 2639970 h 3159448"/>
                <a:gd name="connsiteX1-83" fmla="*/ 65835 w 988057"/>
                <a:gd name="connsiteY1-84" fmla="*/ 0 h 3159448"/>
                <a:gd name="connsiteX2-85" fmla="*/ 988057 w 988057"/>
                <a:gd name="connsiteY2-86" fmla="*/ 3159448 h 3159448"/>
                <a:gd name="connsiteX3-87" fmla="*/ 0 w 988057"/>
                <a:gd name="connsiteY3-88" fmla="*/ 2639970 h 3159448"/>
                <a:gd name="connsiteX0-89" fmla="*/ 0 w 1697920"/>
                <a:gd name="connsiteY0-90" fmla="*/ 2639970 h 2639970"/>
                <a:gd name="connsiteX1-91" fmla="*/ 65835 w 1697920"/>
                <a:gd name="connsiteY1-92" fmla="*/ 0 h 2639970"/>
                <a:gd name="connsiteX2-93" fmla="*/ 1697920 w 1697920"/>
                <a:gd name="connsiteY2-94" fmla="*/ 1414870 h 2639970"/>
                <a:gd name="connsiteX3-95" fmla="*/ 0 w 1697920"/>
                <a:gd name="connsiteY3-96" fmla="*/ 2639970 h 2639970"/>
                <a:gd name="connsiteX0-97" fmla="*/ 0 w 1697920"/>
                <a:gd name="connsiteY0-98" fmla="*/ 2760286 h 2760286"/>
                <a:gd name="connsiteX1-99" fmla="*/ 77866 w 1697920"/>
                <a:gd name="connsiteY1-100" fmla="*/ 0 h 2760286"/>
                <a:gd name="connsiteX2-101" fmla="*/ 1697920 w 1697920"/>
                <a:gd name="connsiteY2-102" fmla="*/ 1535186 h 2760286"/>
                <a:gd name="connsiteX3-103" fmla="*/ 0 w 1697920"/>
                <a:gd name="connsiteY3-104" fmla="*/ 2760286 h 2760286"/>
                <a:gd name="connsiteX0-105" fmla="*/ 764345 w 1620054"/>
                <a:gd name="connsiteY0-106" fmla="*/ 2327149 h 2327149"/>
                <a:gd name="connsiteX1-107" fmla="*/ 0 w 1620054"/>
                <a:gd name="connsiteY1-108" fmla="*/ 0 h 2327149"/>
                <a:gd name="connsiteX2-109" fmla="*/ 1620054 w 1620054"/>
                <a:gd name="connsiteY2-110" fmla="*/ 1535186 h 2327149"/>
                <a:gd name="connsiteX3-111" fmla="*/ 764345 w 1620054"/>
                <a:gd name="connsiteY3-112" fmla="*/ 2327149 h 2327149"/>
                <a:gd name="connsiteX0-113" fmla="*/ 1546397 w 2402106"/>
                <a:gd name="connsiteY0-114" fmla="*/ 1725570 h 1725570"/>
                <a:gd name="connsiteX1-115" fmla="*/ 0 w 2402106"/>
                <a:gd name="connsiteY1-116" fmla="*/ 0 h 1725570"/>
                <a:gd name="connsiteX2-117" fmla="*/ 2402106 w 2402106"/>
                <a:gd name="connsiteY2-118" fmla="*/ 933607 h 1725570"/>
                <a:gd name="connsiteX3-119" fmla="*/ 1546397 w 2402106"/>
                <a:gd name="connsiteY3-120" fmla="*/ 1725570 h 1725570"/>
                <a:gd name="connsiteX0-121" fmla="*/ 1546397 w 1656148"/>
                <a:gd name="connsiteY0-122" fmla="*/ 2897490 h 2897490"/>
                <a:gd name="connsiteX1-123" fmla="*/ 0 w 1656148"/>
                <a:gd name="connsiteY1-124" fmla="*/ 1171920 h 2897490"/>
                <a:gd name="connsiteX2-125" fmla="*/ 1656148 w 1656148"/>
                <a:gd name="connsiteY2-126" fmla="*/ 0 h 2897490"/>
                <a:gd name="connsiteX3-127" fmla="*/ 1546397 w 1656148"/>
                <a:gd name="connsiteY3-128" fmla="*/ 2897490 h 2897490"/>
                <a:gd name="connsiteX0-129" fmla="*/ 1459311 w 1569062"/>
                <a:gd name="connsiteY0-130" fmla="*/ 2897490 h 2897490"/>
                <a:gd name="connsiteX1-131" fmla="*/ 0 w 1569062"/>
                <a:gd name="connsiteY1-132" fmla="*/ 1229977 h 2897490"/>
                <a:gd name="connsiteX2-133" fmla="*/ 1569062 w 1569062"/>
                <a:gd name="connsiteY2-134" fmla="*/ 0 h 2897490"/>
                <a:gd name="connsiteX3-135" fmla="*/ 1459311 w 1569062"/>
                <a:gd name="connsiteY3-136" fmla="*/ 2897490 h 289749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569062" h="2897490">
                  <a:moveTo>
                    <a:pt x="1459311" y="2897490"/>
                  </a:moveTo>
                  <a:lnTo>
                    <a:pt x="0" y="1229977"/>
                  </a:lnTo>
                  <a:lnTo>
                    <a:pt x="1569062" y="0"/>
                  </a:lnTo>
                  <a:lnTo>
                    <a:pt x="1459311" y="2897490"/>
                  </a:lnTo>
                  <a:close/>
                </a:path>
              </a:pathLst>
            </a:custGeom>
            <a:gradFill>
              <a:gsLst>
                <a:gs pos="100000">
                  <a:srgbClr val="52A4AE"/>
                </a:gs>
                <a:gs pos="37000">
                  <a:srgbClr val="92BFB5"/>
                </a:gs>
              </a:gsLst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1"/>
            <p:cNvSpPr/>
            <p:nvPr userDrawn="1"/>
          </p:nvSpPr>
          <p:spPr>
            <a:xfrm rot="19016716">
              <a:off x="7429689" y="1625281"/>
              <a:ext cx="749276" cy="47365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113510" h="1200099">
                  <a:moveTo>
                    <a:pt x="545691" y="1200100"/>
                  </a:moveTo>
                  <a:lnTo>
                    <a:pt x="0" y="287234"/>
                  </a:lnTo>
                  <a:lnTo>
                    <a:pt x="1113511" y="0"/>
                  </a:lnTo>
                  <a:lnTo>
                    <a:pt x="545691" y="1200100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3000">
                  <a:srgbClr val="92BFB5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1"/>
            <p:cNvSpPr/>
            <p:nvPr userDrawn="1"/>
          </p:nvSpPr>
          <p:spPr>
            <a:xfrm rot="19016716">
              <a:off x="6932975" y="1332339"/>
              <a:ext cx="813578" cy="553129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09070" h="1401450">
                  <a:moveTo>
                    <a:pt x="302414" y="1401450"/>
                  </a:moveTo>
                  <a:lnTo>
                    <a:pt x="0" y="1"/>
                  </a:lnTo>
                  <a:lnTo>
                    <a:pt x="1209069" y="699361"/>
                  </a:lnTo>
                  <a:lnTo>
                    <a:pt x="302414" y="1401450"/>
                  </a:lnTo>
                  <a:close/>
                </a:path>
              </a:pathLst>
            </a:custGeom>
            <a:gradFill>
              <a:gsLst>
                <a:gs pos="92000">
                  <a:srgbClr val="92BFB5"/>
                </a:gs>
                <a:gs pos="3000">
                  <a:srgbClr val="B6D3B7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1"/>
            <p:cNvSpPr/>
            <p:nvPr userDrawn="1"/>
          </p:nvSpPr>
          <p:spPr>
            <a:xfrm rot="19016716">
              <a:off x="6404298" y="1055749"/>
              <a:ext cx="493101" cy="564862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  <a:gd name="connsiteX0-73" fmla="*/ 0 w 1451958"/>
                <a:gd name="connsiteY0-74" fmla="*/ 699715 h 699715"/>
                <a:gd name="connsiteX1-75" fmla="*/ 242889 w 1451958"/>
                <a:gd name="connsiteY1-76" fmla="*/ 1 h 699715"/>
                <a:gd name="connsiteX2-77" fmla="*/ 1451958 w 1451958"/>
                <a:gd name="connsiteY2-78" fmla="*/ 699361 h 699715"/>
                <a:gd name="connsiteX3-79" fmla="*/ 0 w 1451958"/>
                <a:gd name="connsiteY3-80" fmla="*/ 699715 h 699715"/>
                <a:gd name="connsiteX0-81" fmla="*/ 0 w 732805"/>
                <a:gd name="connsiteY0-82" fmla="*/ 699715 h 1431177"/>
                <a:gd name="connsiteX1-83" fmla="*/ 242889 w 732805"/>
                <a:gd name="connsiteY1-84" fmla="*/ 1 h 1431177"/>
                <a:gd name="connsiteX2-85" fmla="*/ 732804 w 732805"/>
                <a:gd name="connsiteY2-86" fmla="*/ 1431176 h 1431177"/>
                <a:gd name="connsiteX3-87" fmla="*/ 0 w 732805"/>
                <a:gd name="connsiteY3-88" fmla="*/ 699715 h 14311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32805" h="1431177">
                  <a:moveTo>
                    <a:pt x="0" y="699715"/>
                  </a:moveTo>
                  <a:lnTo>
                    <a:pt x="242889" y="1"/>
                  </a:lnTo>
                  <a:lnTo>
                    <a:pt x="732804" y="1431176"/>
                  </a:lnTo>
                  <a:lnTo>
                    <a:pt x="0" y="699715"/>
                  </a:lnTo>
                  <a:close/>
                </a:path>
              </a:pathLst>
            </a:custGeom>
            <a:gradFill>
              <a:gsLst>
                <a:gs pos="92000">
                  <a:srgbClr val="52A4AE"/>
                </a:gs>
                <a:gs pos="3000">
                  <a:srgbClr val="92BFB5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1"/>
            <p:cNvSpPr/>
            <p:nvPr userDrawn="1"/>
          </p:nvSpPr>
          <p:spPr>
            <a:xfrm rot="19016716">
              <a:off x="6519455" y="1855065"/>
              <a:ext cx="420702" cy="399392"/>
            </a:xfrm>
            <a:custGeom>
              <a:avLst/>
              <a:gdLst>
                <a:gd name="connsiteX0" fmla="*/ 0 w 826718"/>
                <a:gd name="connsiteY0" fmla="*/ 851770 h 851770"/>
                <a:gd name="connsiteX1" fmla="*/ 413359 w 826718"/>
                <a:gd name="connsiteY1" fmla="*/ 0 h 851770"/>
                <a:gd name="connsiteX2" fmla="*/ 826718 w 826718"/>
                <a:gd name="connsiteY2" fmla="*/ 851770 h 851770"/>
                <a:gd name="connsiteX3" fmla="*/ 0 w 826718"/>
                <a:gd name="connsiteY3" fmla="*/ 851770 h 851770"/>
                <a:gd name="connsiteX0-1" fmla="*/ 0 w 826718"/>
                <a:gd name="connsiteY0-2" fmla="*/ 851770 h 851770"/>
                <a:gd name="connsiteX1-3" fmla="*/ 37578 w 826718"/>
                <a:gd name="connsiteY1-4" fmla="*/ 0 h 851770"/>
                <a:gd name="connsiteX2-5" fmla="*/ 826718 w 826718"/>
                <a:gd name="connsiteY2-6" fmla="*/ 851770 h 851770"/>
                <a:gd name="connsiteX3-7" fmla="*/ 0 w 826718"/>
                <a:gd name="connsiteY3-8" fmla="*/ 851770 h 851770"/>
                <a:gd name="connsiteX0-9" fmla="*/ 0 w 1127342"/>
                <a:gd name="connsiteY0-10" fmla="*/ 851770 h 851770"/>
                <a:gd name="connsiteX1-11" fmla="*/ 37578 w 1127342"/>
                <a:gd name="connsiteY1-12" fmla="*/ 0 h 851770"/>
                <a:gd name="connsiteX2-13" fmla="*/ 1127342 w 1127342"/>
                <a:gd name="connsiteY2-14" fmla="*/ 425885 h 851770"/>
                <a:gd name="connsiteX3-15" fmla="*/ 0 w 1127342"/>
                <a:gd name="connsiteY3-16" fmla="*/ 851770 h 851770"/>
                <a:gd name="connsiteX0-17" fmla="*/ 288099 w 1089764"/>
                <a:gd name="connsiteY0-18" fmla="*/ 801665 h 801665"/>
                <a:gd name="connsiteX1-19" fmla="*/ 0 w 1089764"/>
                <a:gd name="connsiteY1-20" fmla="*/ 0 h 801665"/>
                <a:gd name="connsiteX2-21" fmla="*/ 1089764 w 1089764"/>
                <a:gd name="connsiteY2-22" fmla="*/ 425885 h 801665"/>
                <a:gd name="connsiteX3-23" fmla="*/ 288099 w 1089764"/>
                <a:gd name="connsiteY3-24" fmla="*/ 801665 h 801665"/>
                <a:gd name="connsiteX0-25" fmla="*/ 75156 w 1089764"/>
                <a:gd name="connsiteY0-26" fmla="*/ 789139 h 789139"/>
                <a:gd name="connsiteX1-27" fmla="*/ 0 w 1089764"/>
                <a:gd name="connsiteY1-28" fmla="*/ 0 h 789139"/>
                <a:gd name="connsiteX2-29" fmla="*/ 1089764 w 1089764"/>
                <a:gd name="connsiteY2-30" fmla="*/ 425885 h 789139"/>
                <a:gd name="connsiteX3-31" fmla="*/ 75156 w 1089764"/>
                <a:gd name="connsiteY3-32" fmla="*/ 789139 h 789139"/>
                <a:gd name="connsiteX0-33" fmla="*/ 487232 w 1089764"/>
                <a:gd name="connsiteY0-34" fmla="*/ 1153500 h 1153499"/>
                <a:gd name="connsiteX1-35" fmla="*/ 0 w 1089764"/>
                <a:gd name="connsiteY1-36" fmla="*/ 0 h 1153499"/>
                <a:gd name="connsiteX2-37" fmla="*/ 1089764 w 1089764"/>
                <a:gd name="connsiteY2-38" fmla="*/ 425885 h 1153499"/>
                <a:gd name="connsiteX3-39" fmla="*/ 487232 w 1089764"/>
                <a:gd name="connsiteY3-40" fmla="*/ 1153500 h 1153499"/>
                <a:gd name="connsiteX0-41" fmla="*/ 545691 w 1148223"/>
                <a:gd name="connsiteY0-42" fmla="*/ 912867 h 912866"/>
                <a:gd name="connsiteX1-43" fmla="*/ 0 w 1148223"/>
                <a:gd name="connsiteY1-44" fmla="*/ 1 h 912866"/>
                <a:gd name="connsiteX2-45" fmla="*/ 1148223 w 1148223"/>
                <a:gd name="connsiteY2-46" fmla="*/ 185252 h 912866"/>
                <a:gd name="connsiteX3-47" fmla="*/ 545691 w 1148223"/>
                <a:gd name="connsiteY3-48" fmla="*/ 912867 h 912866"/>
                <a:gd name="connsiteX0-49" fmla="*/ 545691 w 1113510"/>
                <a:gd name="connsiteY0-50" fmla="*/ 1200100 h 1200099"/>
                <a:gd name="connsiteX1-51" fmla="*/ 0 w 1113510"/>
                <a:gd name="connsiteY1-52" fmla="*/ 287234 h 1200099"/>
                <a:gd name="connsiteX2-53" fmla="*/ 1113511 w 1113510"/>
                <a:gd name="connsiteY2-54" fmla="*/ 0 h 1200099"/>
                <a:gd name="connsiteX3-55" fmla="*/ 545691 w 1113510"/>
                <a:gd name="connsiteY3-56" fmla="*/ 1200100 h 1200099"/>
                <a:gd name="connsiteX0-57" fmla="*/ 302414 w 1113511"/>
                <a:gd name="connsiteY0-58" fmla="*/ 1688683 h 1688683"/>
                <a:gd name="connsiteX1-59" fmla="*/ 0 w 1113511"/>
                <a:gd name="connsiteY1-60" fmla="*/ 287234 h 1688683"/>
                <a:gd name="connsiteX2-61" fmla="*/ 1113511 w 1113511"/>
                <a:gd name="connsiteY2-62" fmla="*/ 0 h 1688683"/>
                <a:gd name="connsiteX3-63" fmla="*/ 302414 w 1113511"/>
                <a:gd name="connsiteY3-64" fmla="*/ 1688683 h 1688683"/>
                <a:gd name="connsiteX0-65" fmla="*/ 302414 w 1209070"/>
                <a:gd name="connsiteY0-66" fmla="*/ 1401450 h 1401450"/>
                <a:gd name="connsiteX1-67" fmla="*/ 0 w 1209070"/>
                <a:gd name="connsiteY1-68" fmla="*/ 1 h 1401450"/>
                <a:gd name="connsiteX2-69" fmla="*/ 1209069 w 1209070"/>
                <a:gd name="connsiteY2-70" fmla="*/ 699361 h 1401450"/>
                <a:gd name="connsiteX3-71" fmla="*/ 302414 w 1209070"/>
                <a:gd name="connsiteY3-72" fmla="*/ 1401450 h 1401450"/>
                <a:gd name="connsiteX0-73" fmla="*/ 0 w 1451958"/>
                <a:gd name="connsiteY0-74" fmla="*/ 699715 h 699715"/>
                <a:gd name="connsiteX1-75" fmla="*/ 242889 w 1451958"/>
                <a:gd name="connsiteY1-76" fmla="*/ 1 h 699715"/>
                <a:gd name="connsiteX2-77" fmla="*/ 1451958 w 1451958"/>
                <a:gd name="connsiteY2-78" fmla="*/ 699361 h 699715"/>
                <a:gd name="connsiteX3-79" fmla="*/ 0 w 1451958"/>
                <a:gd name="connsiteY3-80" fmla="*/ 699715 h 699715"/>
                <a:gd name="connsiteX0-81" fmla="*/ 0 w 732805"/>
                <a:gd name="connsiteY0-82" fmla="*/ 699715 h 1431177"/>
                <a:gd name="connsiteX1-83" fmla="*/ 242889 w 732805"/>
                <a:gd name="connsiteY1-84" fmla="*/ 1 h 1431177"/>
                <a:gd name="connsiteX2-85" fmla="*/ 732804 w 732805"/>
                <a:gd name="connsiteY2-86" fmla="*/ 1431176 h 1431177"/>
                <a:gd name="connsiteX3-87" fmla="*/ 0 w 732805"/>
                <a:gd name="connsiteY3-88" fmla="*/ 699715 h 1431177"/>
                <a:gd name="connsiteX0-89" fmla="*/ 0 w 732804"/>
                <a:gd name="connsiteY0-90" fmla="*/ 424454 h 1155916"/>
                <a:gd name="connsiteX1-91" fmla="*/ 703793 w 732804"/>
                <a:gd name="connsiteY1-92" fmla="*/ 1 h 1155916"/>
                <a:gd name="connsiteX2-93" fmla="*/ 732804 w 732804"/>
                <a:gd name="connsiteY2-94" fmla="*/ 1155915 h 1155916"/>
                <a:gd name="connsiteX3-95" fmla="*/ 0 w 732804"/>
                <a:gd name="connsiteY3-96" fmla="*/ 424454 h 1155916"/>
                <a:gd name="connsiteX0-97" fmla="*/ 0 w 703794"/>
                <a:gd name="connsiteY0-98" fmla="*/ 424454 h 1436384"/>
                <a:gd name="connsiteX1-99" fmla="*/ 703793 w 703794"/>
                <a:gd name="connsiteY1-100" fmla="*/ 1 h 1436384"/>
                <a:gd name="connsiteX2-101" fmla="*/ 358875 w 703794"/>
                <a:gd name="connsiteY2-102" fmla="*/ 1436384 h 1436384"/>
                <a:gd name="connsiteX3-103" fmla="*/ 0 w 703794"/>
                <a:gd name="connsiteY3-104" fmla="*/ 424454 h 1436384"/>
                <a:gd name="connsiteX0-105" fmla="*/ 0 w 625213"/>
                <a:gd name="connsiteY0-106" fmla="*/ 0 h 1011930"/>
                <a:gd name="connsiteX1-107" fmla="*/ 625212 w 625213"/>
                <a:gd name="connsiteY1-108" fmla="*/ 76158 h 1011930"/>
                <a:gd name="connsiteX2-109" fmla="*/ 358875 w 625213"/>
                <a:gd name="connsiteY2-110" fmla="*/ 1011930 h 1011930"/>
                <a:gd name="connsiteX3-111" fmla="*/ 0 w 625213"/>
                <a:gd name="connsiteY3-112" fmla="*/ 0 h 101193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25213" h="1011930">
                  <a:moveTo>
                    <a:pt x="0" y="0"/>
                  </a:moveTo>
                  <a:lnTo>
                    <a:pt x="625212" y="76158"/>
                  </a:lnTo>
                  <a:lnTo>
                    <a:pt x="358875" y="101193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2000">
                  <a:srgbClr val="92BFB5"/>
                </a:gs>
                <a:gs pos="3000">
                  <a:srgbClr val="B6D3B7"/>
                </a:gs>
              </a:gsLst>
              <a:lin ang="0" scaled="0"/>
            </a:gradFill>
            <a:ln>
              <a:noFill/>
            </a:ln>
            <a:effectLst>
              <a:outerShdw blurRad="1905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197820" y="263237"/>
            <a:ext cx="11797868" cy="6605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 userDrawn="1"/>
        </p:nvSpPr>
        <p:spPr>
          <a:xfrm>
            <a:off x="6386946" y="5422432"/>
            <a:ext cx="5822505" cy="1446611"/>
          </a:xfrm>
          <a:prstGeom prst="triangle">
            <a:avLst>
              <a:gd name="adj" fmla="val 100000"/>
            </a:avLst>
          </a:prstGeom>
          <a:gradFill>
            <a:gsLst>
              <a:gs pos="67000">
                <a:srgbClr val="FFFFFF"/>
              </a:gs>
              <a:gs pos="0">
                <a:srgbClr val="E1EAEF">
                  <a:alpha val="57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5659987" y="1377793"/>
            <a:ext cx="906097" cy="0"/>
            <a:chOff x="5444832" y="1399309"/>
            <a:chExt cx="90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5444832" y="1399309"/>
              <a:ext cx="454994" cy="0"/>
            </a:xfrm>
            <a:prstGeom prst="line">
              <a:avLst/>
            </a:prstGeom>
            <a:ln w="57150">
              <a:gradFill>
                <a:gsLst>
                  <a:gs pos="0">
                    <a:srgbClr val="92BFB5"/>
                  </a:gs>
                  <a:gs pos="100000">
                    <a:srgbClr val="52A4AE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895935" y="1399309"/>
              <a:ext cx="454994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6" Type="http://schemas.openxmlformats.org/officeDocument/2006/relationships/notesSlide" Target="../notesSlides/notesSlide10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63.xml"/><Relationship Id="rId33" Type="http://schemas.openxmlformats.org/officeDocument/2006/relationships/tags" Target="../tags/tag62.xml"/><Relationship Id="rId32" Type="http://schemas.openxmlformats.org/officeDocument/2006/relationships/tags" Target="../tags/tag61.xml"/><Relationship Id="rId31" Type="http://schemas.openxmlformats.org/officeDocument/2006/relationships/tags" Target="../tags/tag60.xml"/><Relationship Id="rId30" Type="http://schemas.openxmlformats.org/officeDocument/2006/relationships/tags" Target="../tags/tag59.xml"/><Relationship Id="rId3" Type="http://schemas.openxmlformats.org/officeDocument/2006/relationships/tags" Target="../tags/tag32.xml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等腰三角形 21"/>
          <p:cNvSpPr/>
          <p:nvPr/>
        </p:nvSpPr>
        <p:spPr>
          <a:xfrm>
            <a:off x="10881363" y="228730"/>
            <a:ext cx="972984" cy="2397095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1857239"/>
              <a:gd name="connsiteY0-82" fmla="*/ 666791 h 1558058"/>
              <a:gd name="connsiteX1-83" fmla="*/ 1702129 w 1857239"/>
              <a:gd name="connsiteY1-84" fmla="*/ 0 h 1558058"/>
              <a:gd name="connsiteX2-85" fmla="*/ 1857239 w 1857239"/>
              <a:gd name="connsiteY2-86" fmla="*/ 1558058 h 1558058"/>
              <a:gd name="connsiteX3-87" fmla="*/ 0 w 1857239"/>
              <a:gd name="connsiteY3-88" fmla="*/ 666791 h 1558058"/>
              <a:gd name="connsiteX0-89" fmla="*/ 0 w 972984"/>
              <a:gd name="connsiteY0-90" fmla="*/ 495969 h 1558058"/>
              <a:gd name="connsiteX1-91" fmla="*/ 817874 w 972984"/>
              <a:gd name="connsiteY1-92" fmla="*/ 0 h 1558058"/>
              <a:gd name="connsiteX2-93" fmla="*/ 972984 w 972984"/>
              <a:gd name="connsiteY2-94" fmla="*/ 1558058 h 1558058"/>
              <a:gd name="connsiteX3-95" fmla="*/ 0 w 972984"/>
              <a:gd name="connsiteY3-96" fmla="*/ 495969 h 1558058"/>
              <a:gd name="connsiteX0-97" fmla="*/ 0 w 972984"/>
              <a:gd name="connsiteY0-98" fmla="*/ 812492 h 1874581"/>
              <a:gd name="connsiteX1-99" fmla="*/ 345601 w 972984"/>
              <a:gd name="connsiteY1-100" fmla="*/ 0 h 1874581"/>
              <a:gd name="connsiteX2-101" fmla="*/ 972984 w 972984"/>
              <a:gd name="connsiteY2-102" fmla="*/ 1874581 h 1874581"/>
              <a:gd name="connsiteX3-103" fmla="*/ 0 w 972984"/>
              <a:gd name="connsiteY3-104" fmla="*/ 812492 h 1874581"/>
              <a:gd name="connsiteX0-105" fmla="*/ 0 w 972984"/>
              <a:gd name="connsiteY0-106" fmla="*/ 1335006 h 2397095"/>
              <a:gd name="connsiteX1-107" fmla="*/ 54198 w 972984"/>
              <a:gd name="connsiteY1-108" fmla="*/ 0 h 2397095"/>
              <a:gd name="connsiteX2-109" fmla="*/ 972984 w 972984"/>
              <a:gd name="connsiteY2-110" fmla="*/ 2397095 h 2397095"/>
              <a:gd name="connsiteX3-111" fmla="*/ 0 w 972984"/>
              <a:gd name="connsiteY3-112" fmla="*/ 1335006 h 2397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72984" h="2397095">
                <a:moveTo>
                  <a:pt x="0" y="1335006"/>
                </a:moveTo>
                <a:lnTo>
                  <a:pt x="54198" y="0"/>
                </a:lnTo>
                <a:lnTo>
                  <a:pt x="972984" y="2397095"/>
                </a:lnTo>
                <a:lnTo>
                  <a:pt x="0" y="1335006"/>
                </a:lnTo>
                <a:close/>
              </a:path>
            </a:pathLst>
          </a:custGeom>
          <a:gradFill>
            <a:gsLst>
              <a:gs pos="54000">
                <a:srgbClr val="52A4AE"/>
              </a:gs>
              <a:gs pos="3000">
                <a:srgbClr val="92BFB5"/>
              </a:gs>
            </a:gsLst>
            <a:lin ang="12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等腰三角形 26"/>
          <p:cNvSpPr/>
          <p:nvPr/>
        </p:nvSpPr>
        <p:spPr>
          <a:xfrm flipV="1">
            <a:off x="10802982" y="11043"/>
            <a:ext cx="1406469" cy="2621062"/>
          </a:xfrm>
          <a:custGeom>
            <a:avLst/>
            <a:gdLst>
              <a:gd name="connsiteX0" fmla="*/ 0 w 1406469"/>
              <a:gd name="connsiteY0" fmla="*/ 3476740 h 3476740"/>
              <a:gd name="connsiteX1" fmla="*/ 1406469 w 1406469"/>
              <a:gd name="connsiteY1" fmla="*/ 0 h 3476740"/>
              <a:gd name="connsiteX2" fmla="*/ 1406469 w 1406469"/>
              <a:gd name="connsiteY2" fmla="*/ 3476740 h 3476740"/>
              <a:gd name="connsiteX3" fmla="*/ 0 w 1406469"/>
              <a:gd name="connsiteY3" fmla="*/ 3476740 h 3476740"/>
              <a:gd name="connsiteX0-1" fmla="*/ 0 w 1406469"/>
              <a:gd name="connsiteY0-2" fmla="*/ 3476740 h 3476740"/>
              <a:gd name="connsiteX1-3" fmla="*/ 1406469 w 1406469"/>
              <a:gd name="connsiteY1-4" fmla="*/ 0 h 3476740"/>
              <a:gd name="connsiteX2-5" fmla="*/ 1400412 w 1406469"/>
              <a:gd name="connsiteY2-6" fmla="*/ 881316 h 3476740"/>
              <a:gd name="connsiteX3-7" fmla="*/ 1406469 w 1406469"/>
              <a:gd name="connsiteY3-8" fmla="*/ 3476740 h 3476740"/>
              <a:gd name="connsiteX4" fmla="*/ 0 w 1406469"/>
              <a:gd name="connsiteY4" fmla="*/ 3476740 h 3476740"/>
              <a:gd name="connsiteX0-9" fmla="*/ 0 w 1406469"/>
              <a:gd name="connsiteY0-10" fmla="*/ 3476740 h 3476740"/>
              <a:gd name="connsiteX1-11" fmla="*/ 1058581 w 1406469"/>
              <a:gd name="connsiteY1-12" fmla="*/ 855678 h 3476740"/>
              <a:gd name="connsiteX2-13" fmla="*/ 1406469 w 1406469"/>
              <a:gd name="connsiteY2-14" fmla="*/ 0 h 3476740"/>
              <a:gd name="connsiteX3-15" fmla="*/ 1400412 w 1406469"/>
              <a:gd name="connsiteY3-16" fmla="*/ 881316 h 3476740"/>
              <a:gd name="connsiteX4-17" fmla="*/ 1406469 w 1406469"/>
              <a:gd name="connsiteY4-18" fmla="*/ 3476740 h 3476740"/>
              <a:gd name="connsiteX5" fmla="*/ 0 w 1406469"/>
              <a:gd name="connsiteY5" fmla="*/ 3476740 h 3476740"/>
              <a:gd name="connsiteX0-19" fmla="*/ 0 w 1406469"/>
              <a:gd name="connsiteY0-20" fmla="*/ 2621062 h 2621062"/>
              <a:gd name="connsiteX1-21" fmla="*/ 1058581 w 1406469"/>
              <a:gd name="connsiteY1-22" fmla="*/ 0 h 2621062"/>
              <a:gd name="connsiteX2-23" fmla="*/ 1400412 w 1406469"/>
              <a:gd name="connsiteY2-24" fmla="*/ 25638 h 2621062"/>
              <a:gd name="connsiteX3-25" fmla="*/ 1406469 w 1406469"/>
              <a:gd name="connsiteY3-26" fmla="*/ 2621062 h 2621062"/>
              <a:gd name="connsiteX4-27" fmla="*/ 0 w 1406469"/>
              <a:gd name="connsiteY4-28" fmla="*/ 2621062 h 26210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1406469" h="2621062">
                <a:moveTo>
                  <a:pt x="0" y="2621062"/>
                </a:moveTo>
                <a:lnTo>
                  <a:pt x="1058581" y="0"/>
                </a:lnTo>
                <a:lnTo>
                  <a:pt x="1400412" y="25638"/>
                </a:lnTo>
                <a:lnTo>
                  <a:pt x="1406469" y="2621062"/>
                </a:lnTo>
                <a:lnTo>
                  <a:pt x="0" y="2621062"/>
                </a:lnTo>
                <a:close/>
              </a:path>
            </a:pathLst>
          </a:custGeom>
          <a:gradFill>
            <a:gsLst>
              <a:gs pos="76000">
                <a:srgbClr val="52A4AE"/>
              </a:gs>
              <a:gs pos="37000">
                <a:srgbClr val="92BFB5"/>
              </a:gs>
            </a:gsLst>
            <a:lin ang="12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等腰三角形 21"/>
          <p:cNvSpPr/>
          <p:nvPr/>
        </p:nvSpPr>
        <p:spPr>
          <a:xfrm>
            <a:off x="7778663" y="751561"/>
            <a:ext cx="1089764" cy="78913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9764" h="789139">
                <a:moveTo>
                  <a:pt x="75156" y="789139"/>
                </a:moveTo>
                <a:lnTo>
                  <a:pt x="0" y="0"/>
                </a:lnTo>
                <a:lnTo>
                  <a:pt x="1089764" y="425885"/>
                </a:lnTo>
                <a:lnTo>
                  <a:pt x="75156" y="789139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300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等腰三角形 21"/>
          <p:cNvSpPr/>
          <p:nvPr/>
        </p:nvSpPr>
        <p:spPr>
          <a:xfrm>
            <a:off x="5348841" y="228389"/>
            <a:ext cx="839950" cy="864297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9950" h="864297">
                <a:moveTo>
                  <a:pt x="0" y="698988"/>
                </a:moveTo>
                <a:lnTo>
                  <a:pt x="626743" y="0"/>
                </a:lnTo>
                <a:lnTo>
                  <a:pt x="839950" y="864297"/>
                </a:lnTo>
                <a:lnTo>
                  <a:pt x="0" y="698988"/>
                </a:lnTo>
                <a:close/>
              </a:path>
            </a:pathLst>
          </a:custGeom>
          <a:gradFill>
            <a:gsLst>
              <a:gs pos="92000">
                <a:srgbClr val="B6D3B7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等腰三角形 21"/>
          <p:cNvSpPr/>
          <p:nvPr/>
        </p:nvSpPr>
        <p:spPr>
          <a:xfrm>
            <a:off x="8764510" y="1124618"/>
            <a:ext cx="1702129" cy="118626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02129" h="1186269">
                <a:moveTo>
                  <a:pt x="0" y="666791"/>
                </a:moveTo>
                <a:lnTo>
                  <a:pt x="1702129" y="0"/>
                </a:lnTo>
                <a:lnTo>
                  <a:pt x="988057" y="1186269"/>
                </a:lnTo>
                <a:lnTo>
                  <a:pt x="0" y="666791"/>
                </a:lnTo>
                <a:close/>
              </a:path>
            </a:pathLst>
          </a:custGeom>
          <a:gradFill>
            <a:gsLst>
              <a:gs pos="92000">
                <a:srgbClr val="B6D3B7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等腰三角形 25"/>
          <p:cNvSpPr/>
          <p:nvPr/>
        </p:nvSpPr>
        <p:spPr>
          <a:xfrm flipV="1">
            <a:off x="11016343" y="-1"/>
            <a:ext cx="1175657" cy="1389601"/>
          </a:xfrm>
          <a:prstGeom prst="triangle">
            <a:avLst>
              <a:gd name="adj" fmla="val 100000"/>
            </a:avLst>
          </a:prstGeom>
          <a:gradFill>
            <a:gsLst>
              <a:gs pos="100000">
                <a:srgbClr val="77B6BF"/>
              </a:gs>
              <a:gs pos="4500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等腰三角形 21"/>
          <p:cNvSpPr/>
          <p:nvPr/>
        </p:nvSpPr>
        <p:spPr>
          <a:xfrm>
            <a:off x="10048625" y="1541081"/>
            <a:ext cx="1805722" cy="114613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1729229"/>
              <a:gd name="connsiteY0-66" fmla="*/ 698988 h 698988"/>
              <a:gd name="connsiteX1-67" fmla="*/ 626743 w 1729229"/>
              <a:gd name="connsiteY1-68" fmla="*/ 0 h 698988"/>
              <a:gd name="connsiteX2-69" fmla="*/ 1729229 w 1729229"/>
              <a:gd name="connsiteY2-70" fmla="*/ 623136 h 698988"/>
              <a:gd name="connsiteX3-71" fmla="*/ 0 w 1729229"/>
              <a:gd name="connsiteY3-72" fmla="*/ 698988 h 698988"/>
              <a:gd name="connsiteX0-73" fmla="*/ 0 w 1729229"/>
              <a:gd name="connsiteY0-74" fmla="*/ 1146139 h 1146139"/>
              <a:gd name="connsiteX1-75" fmla="*/ 817662 w 1729229"/>
              <a:gd name="connsiteY1-76" fmla="*/ 0 h 1146139"/>
              <a:gd name="connsiteX2-77" fmla="*/ 1729229 w 1729229"/>
              <a:gd name="connsiteY2-78" fmla="*/ 1070287 h 1146139"/>
              <a:gd name="connsiteX3-79" fmla="*/ 0 w 1729229"/>
              <a:gd name="connsiteY3-80" fmla="*/ 1146139 h 11461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29229" h="1146139">
                <a:moveTo>
                  <a:pt x="0" y="1146139"/>
                </a:moveTo>
                <a:lnTo>
                  <a:pt x="817662" y="0"/>
                </a:lnTo>
                <a:lnTo>
                  <a:pt x="1729229" y="1070287"/>
                </a:lnTo>
                <a:lnTo>
                  <a:pt x="0" y="1146139"/>
                </a:lnTo>
                <a:close/>
              </a:path>
            </a:pathLst>
          </a:custGeom>
          <a:gradFill>
            <a:gsLst>
              <a:gs pos="89000">
                <a:srgbClr val="52A4AE"/>
              </a:gs>
              <a:gs pos="3000">
                <a:srgbClr val="92BFB5"/>
              </a:gs>
            </a:gsLst>
            <a:lin ang="18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等腰三角形 21"/>
          <p:cNvSpPr/>
          <p:nvPr/>
        </p:nvSpPr>
        <p:spPr>
          <a:xfrm>
            <a:off x="2509647" y="1126277"/>
            <a:ext cx="464169" cy="601250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839950"/>
              <a:gd name="connsiteY0-66" fmla="*/ 536149 h 701458"/>
              <a:gd name="connsiteX1-67" fmla="*/ 326118 w 839950"/>
              <a:gd name="connsiteY1-68" fmla="*/ 0 h 701458"/>
              <a:gd name="connsiteX2-69" fmla="*/ 839950 w 839950"/>
              <a:gd name="connsiteY2-70" fmla="*/ 701458 h 701458"/>
              <a:gd name="connsiteX3-71" fmla="*/ 0 w 839950"/>
              <a:gd name="connsiteY3-72" fmla="*/ 536149 h 701458"/>
              <a:gd name="connsiteX0-73" fmla="*/ 0 w 464169"/>
              <a:gd name="connsiteY0-74" fmla="*/ 536149 h 601250"/>
              <a:gd name="connsiteX1-75" fmla="*/ 326118 w 464169"/>
              <a:gd name="connsiteY1-76" fmla="*/ 0 h 601250"/>
              <a:gd name="connsiteX2-77" fmla="*/ 464169 w 464169"/>
              <a:gd name="connsiteY2-78" fmla="*/ 601250 h 601250"/>
              <a:gd name="connsiteX3-79" fmla="*/ 0 w 464169"/>
              <a:gd name="connsiteY3-80" fmla="*/ 536149 h 6012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4169" h="601250">
                <a:moveTo>
                  <a:pt x="0" y="536149"/>
                </a:moveTo>
                <a:lnTo>
                  <a:pt x="326118" y="0"/>
                </a:lnTo>
                <a:lnTo>
                  <a:pt x="464169" y="601250"/>
                </a:lnTo>
                <a:lnTo>
                  <a:pt x="0" y="536149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等腰三角形 21"/>
          <p:cNvSpPr/>
          <p:nvPr/>
        </p:nvSpPr>
        <p:spPr>
          <a:xfrm>
            <a:off x="757402" y="6031070"/>
            <a:ext cx="478741" cy="441356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839950"/>
              <a:gd name="connsiteY0-66" fmla="*/ 536149 h 701458"/>
              <a:gd name="connsiteX1-67" fmla="*/ 326118 w 839950"/>
              <a:gd name="connsiteY1-68" fmla="*/ 0 h 701458"/>
              <a:gd name="connsiteX2-69" fmla="*/ 839950 w 839950"/>
              <a:gd name="connsiteY2-70" fmla="*/ 701458 h 701458"/>
              <a:gd name="connsiteX3-71" fmla="*/ 0 w 839950"/>
              <a:gd name="connsiteY3-72" fmla="*/ 536149 h 701458"/>
              <a:gd name="connsiteX0-73" fmla="*/ 0 w 464169"/>
              <a:gd name="connsiteY0-74" fmla="*/ 536149 h 601250"/>
              <a:gd name="connsiteX1-75" fmla="*/ 326118 w 464169"/>
              <a:gd name="connsiteY1-76" fmla="*/ 0 h 601250"/>
              <a:gd name="connsiteX2-77" fmla="*/ 464169 w 464169"/>
              <a:gd name="connsiteY2-78" fmla="*/ 601250 h 601250"/>
              <a:gd name="connsiteX3-79" fmla="*/ 0 w 464169"/>
              <a:gd name="connsiteY3-80" fmla="*/ 536149 h 601250"/>
              <a:gd name="connsiteX0-81" fmla="*/ 0 w 464169"/>
              <a:gd name="connsiteY0-82" fmla="*/ 310681 h 375782"/>
              <a:gd name="connsiteX1-83" fmla="*/ 213384 w 464169"/>
              <a:gd name="connsiteY1-84" fmla="*/ 0 h 375782"/>
              <a:gd name="connsiteX2-85" fmla="*/ 464169 w 464169"/>
              <a:gd name="connsiteY2-86" fmla="*/ 375782 h 375782"/>
              <a:gd name="connsiteX3-87" fmla="*/ 0 w 464169"/>
              <a:gd name="connsiteY3-88" fmla="*/ 310681 h 375782"/>
              <a:gd name="connsiteX0-89" fmla="*/ 0 w 464169"/>
              <a:gd name="connsiteY0-90" fmla="*/ 307038 h 372139"/>
              <a:gd name="connsiteX1-91" fmla="*/ 184240 w 464169"/>
              <a:gd name="connsiteY1-92" fmla="*/ 0 h 372139"/>
              <a:gd name="connsiteX2-93" fmla="*/ 464169 w 464169"/>
              <a:gd name="connsiteY2-94" fmla="*/ 372139 h 372139"/>
              <a:gd name="connsiteX3-95" fmla="*/ 0 w 464169"/>
              <a:gd name="connsiteY3-96" fmla="*/ 307038 h 372139"/>
              <a:gd name="connsiteX0-97" fmla="*/ 0 w 478741"/>
              <a:gd name="connsiteY0-98" fmla="*/ 307038 h 441356"/>
              <a:gd name="connsiteX1-99" fmla="*/ 184240 w 478741"/>
              <a:gd name="connsiteY1-100" fmla="*/ 0 h 441356"/>
              <a:gd name="connsiteX2-101" fmla="*/ 478741 w 478741"/>
              <a:gd name="connsiteY2-102" fmla="*/ 441356 h 441356"/>
              <a:gd name="connsiteX3-103" fmla="*/ 0 w 478741"/>
              <a:gd name="connsiteY3-104" fmla="*/ 307038 h 4413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78741" h="441356">
                <a:moveTo>
                  <a:pt x="0" y="307038"/>
                </a:moveTo>
                <a:lnTo>
                  <a:pt x="184240" y="0"/>
                </a:lnTo>
                <a:lnTo>
                  <a:pt x="478741" y="441356"/>
                </a:lnTo>
                <a:lnTo>
                  <a:pt x="0" y="307038"/>
                </a:lnTo>
                <a:close/>
              </a:path>
            </a:pathLst>
          </a:custGeom>
          <a:gradFill>
            <a:gsLst>
              <a:gs pos="92000">
                <a:srgbClr val="B6D3B7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等腰三角形 21"/>
          <p:cNvSpPr/>
          <p:nvPr/>
        </p:nvSpPr>
        <p:spPr>
          <a:xfrm>
            <a:off x="6188828" y="6031397"/>
            <a:ext cx="191526" cy="160844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839950"/>
              <a:gd name="connsiteY0-66" fmla="*/ 536149 h 701458"/>
              <a:gd name="connsiteX1-67" fmla="*/ 326118 w 839950"/>
              <a:gd name="connsiteY1-68" fmla="*/ 0 h 701458"/>
              <a:gd name="connsiteX2-69" fmla="*/ 839950 w 839950"/>
              <a:gd name="connsiteY2-70" fmla="*/ 701458 h 701458"/>
              <a:gd name="connsiteX3-71" fmla="*/ 0 w 839950"/>
              <a:gd name="connsiteY3-72" fmla="*/ 536149 h 701458"/>
              <a:gd name="connsiteX0-73" fmla="*/ 0 w 464169"/>
              <a:gd name="connsiteY0-74" fmla="*/ 536149 h 601250"/>
              <a:gd name="connsiteX1-75" fmla="*/ 326118 w 464169"/>
              <a:gd name="connsiteY1-76" fmla="*/ 0 h 601250"/>
              <a:gd name="connsiteX2-77" fmla="*/ 464169 w 464169"/>
              <a:gd name="connsiteY2-78" fmla="*/ 601250 h 601250"/>
              <a:gd name="connsiteX3-79" fmla="*/ 0 w 464169"/>
              <a:gd name="connsiteY3-80" fmla="*/ 536149 h 601250"/>
              <a:gd name="connsiteX0-81" fmla="*/ 0 w 464169"/>
              <a:gd name="connsiteY0-82" fmla="*/ 310681 h 375782"/>
              <a:gd name="connsiteX1-83" fmla="*/ 213384 w 464169"/>
              <a:gd name="connsiteY1-84" fmla="*/ 0 h 375782"/>
              <a:gd name="connsiteX2-85" fmla="*/ 464169 w 464169"/>
              <a:gd name="connsiteY2-86" fmla="*/ 375782 h 375782"/>
              <a:gd name="connsiteX3-87" fmla="*/ 0 w 464169"/>
              <a:gd name="connsiteY3-88" fmla="*/ 310681 h 375782"/>
              <a:gd name="connsiteX0-89" fmla="*/ 0 w 464169"/>
              <a:gd name="connsiteY0-90" fmla="*/ 307038 h 372139"/>
              <a:gd name="connsiteX1-91" fmla="*/ 184240 w 464169"/>
              <a:gd name="connsiteY1-92" fmla="*/ 0 h 372139"/>
              <a:gd name="connsiteX2-93" fmla="*/ 464169 w 464169"/>
              <a:gd name="connsiteY2-94" fmla="*/ 372139 h 372139"/>
              <a:gd name="connsiteX3-95" fmla="*/ 0 w 464169"/>
              <a:gd name="connsiteY3-96" fmla="*/ 307038 h 372139"/>
              <a:gd name="connsiteX0-97" fmla="*/ 0 w 478741"/>
              <a:gd name="connsiteY0-98" fmla="*/ 307038 h 441356"/>
              <a:gd name="connsiteX1-99" fmla="*/ 184240 w 478741"/>
              <a:gd name="connsiteY1-100" fmla="*/ 0 h 441356"/>
              <a:gd name="connsiteX2-101" fmla="*/ 478741 w 478741"/>
              <a:gd name="connsiteY2-102" fmla="*/ 441356 h 441356"/>
              <a:gd name="connsiteX3-103" fmla="*/ 0 w 478741"/>
              <a:gd name="connsiteY3-104" fmla="*/ 307038 h 441356"/>
              <a:gd name="connsiteX0-105" fmla="*/ 0 w 507885"/>
              <a:gd name="connsiteY0-106" fmla="*/ 143102 h 441356"/>
              <a:gd name="connsiteX1-107" fmla="*/ 213384 w 507885"/>
              <a:gd name="connsiteY1-108" fmla="*/ 0 h 441356"/>
              <a:gd name="connsiteX2-109" fmla="*/ 507885 w 507885"/>
              <a:gd name="connsiteY2-110" fmla="*/ 441356 h 441356"/>
              <a:gd name="connsiteX3-111" fmla="*/ 0 w 507885"/>
              <a:gd name="connsiteY3-112" fmla="*/ 143102 h 441356"/>
              <a:gd name="connsiteX0-113" fmla="*/ 0 w 507885"/>
              <a:gd name="connsiteY0-114" fmla="*/ 33812 h 332066"/>
              <a:gd name="connsiteX1-115" fmla="*/ 191526 w 507885"/>
              <a:gd name="connsiteY1-116" fmla="*/ 0 h 332066"/>
              <a:gd name="connsiteX2-117" fmla="*/ 507885 w 507885"/>
              <a:gd name="connsiteY2-118" fmla="*/ 332066 h 332066"/>
              <a:gd name="connsiteX3-119" fmla="*/ 0 w 507885"/>
              <a:gd name="connsiteY3-120" fmla="*/ 33812 h 332066"/>
              <a:gd name="connsiteX0-121" fmla="*/ 0 w 191526"/>
              <a:gd name="connsiteY0-122" fmla="*/ 33812 h 160844"/>
              <a:gd name="connsiteX1-123" fmla="*/ 191526 w 191526"/>
              <a:gd name="connsiteY1-124" fmla="*/ 0 h 160844"/>
              <a:gd name="connsiteX2-125" fmla="*/ 139939 w 191526"/>
              <a:gd name="connsiteY2-126" fmla="*/ 160844 h 160844"/>
              <a:gd name="connsiteX3-127" fmla="*/ 0 w 191526"/>
              <a:gd name="connsiteY3-128" fmla="*/ 33812 h 1608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1526" h="160844">
                <a:moveTo>
                  <a:pt x="0" y="33812"/>
                </a:moveTo>
                <a:lnTo>
                  <a:pt x="191526" y="0"/>
                </a:lnTo>
                <a:lnTo>
                  <a:pt x="139939" y="160844"/>
                </a:lnTo>
                <a:lnTo>
                  <a:pt x="0" y="33812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 bwMode="auto">
          <a:xfrm>
            <a:off x="541655" y="2132330"/>
            <a:ext cx="11312525" cy="221488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z="6000" spc="0" dirty="0" smtClean="0">
                <a:gradFill>
                  <a:gsLst>
                    <a:gs pos="0">
                      <a:srgbClr val="B6D3B7"/>
                    </a:gs>
                    <a:gs pos="98000">
                      <a:srgbClr val="52A4AE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方正大黑体_GBK" panose="02010600010101010101" charset="-122"/>
                <a:ea typeface="方正大黑体_GBK" panose="02010600010101010101" charset="-122"/>
                <a:cs typeface="方正大黑体_GBK" panose="02010600010101010101" charset="-122"/>
                <a:sym typeface="+mn-lt"/>
              </a:rPr>
              <a:t>“能力提升</a:t>
            </a:r>
            <a:r>
              <a:rPr lang="en-US" altLang="zh-CN" sz="6000" spc="0" dirty="0" smtClean="0">
                <a:gradFill>
                  <a:gsLst>
                    <a:gs pos="0">
                      <a:srgbClr val="B6D3B7"/>
                    </a:gs>
                    <a:gs pos="98000">
                      <a:srgbClr val="52A4AE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方正大黑体_GBK" panose="02010600010101010101" charset="-122"/>
                <a:ea typeface="方正大黑体_GBK" panose="02010600010101010101" charset="-122"/>
                <a:cs typeface="方正大黑体_GBK" panose="02010600010101010101" charset="-122"/>
                <a:sym typeface="+mn-lt"/>
              </a:rPr>
              <a:t> </a:t>
            </a:r>
            <a:r>
              <a:rPr lang="zh-CN" altLang="en-US" sz="6000" spc="0" dirty="0" smtClean="0">
                <a:gradFill>
                  <a:gsLst>
                    <a:gs pos="0">
                      <a:srgbClr val="B6D3B7"/>
                    </a:gs>
                    <a:gs pos="98000">
                      <a:srgbClr val="52A4AE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方正大黑体_GBK" panose="02010600010101010101" charset="-122"/>
                <a:ea typeface="方正大黑体_GBK" panose="02010600010101010101" charset="-122"/>
                <a:cs typeface="方正大黑体_GBK" panose="02010600010101010101" charset="-122"/>
                <a:sym typeface="+mn-lt"/>
              </a:rPr>
              <a:t>筑梦飞翔”</a:t>
            </a:r>
            <a:endParaRPr lang="zh-CN" altLang="en-US" sz="4800" spc="0" dirty="0" smtClean="0">
              <a:gradFill>
                <a:gsLst>
                  <a:gs pos="0">
                    <a:srgbClr val="B6D3B7"/>
                  </a:gs>
                  <a:gs pos="98000">
                    <a:srgbClr val="52A4AE"/>
                  </a:gs>
                </a:gsLst>
                <a:lin ang="5400000" scaled="1"/>
              </a:gra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方正大黑体_GBK" panose="02010600010101010101" charset="-122"/>
              <a:ea typeface="方正大黑体_GBK" panose="02010600010101010101" charset="-122"/>
              <a:cs typeface="方正大黑体_GBK" panose="02010600010101010101" charset="-122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3200" b="0" spc="0" dirty="0" smtClean="0">
                <a:solidFill>
                  <a:srgbClr val="405E6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四川</a:t>
            </a:r>
            <a:r>
              <a:rPr lang="zh-CN" altLang="en-US" sz="3200" b="0" spc="0" dirty="0" smtClean="0">
                <a:solidFill>
                  <a:srgbClr val="405E6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外国语大学专场简历</a:t>
            </a:r>
            <a:r>
              <a:rPr lang="zh-CN" altLang="en-US" sz="3200" b="0" spc="0" dirty="0" smtClean="0">
                <a:solidFill>
                  <a:srgbClr val="405E6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指导培训</a:t>
            </a:r>
            <a:endParaRPr lang="zh-CN" altLang="en-US" sz="3200" b="0" spc="0" dirty="0" smtClean="0">
              <a:solidFill>
                <a:srgbClr val="405E62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等腰三角形 21"/>
          <p:cNvSpPr/>
          <p:nvPr/>
        </p:nvSpPr>
        <p:spPr>
          <a:xfrm>
            <a:off x="4309592" y="1392395"/>
            <a:ext cx="478741" cy="441356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839950"/>
              <a:gd name="connsiteY0-66" fmla="*/ 536149 h 701458"/>
              <a:gd name="connsiteX1-67" fmla="*/ 326118 w 839950"/>
              <a:gd name="connsiteY1-68" fmla="*/ 0 h 701458"/>
              <a:gd name="connsiteX2-69" fmla="*/ 839950 w 839950"/>
              <a:gd name="connsiteY2-70" fmla="*/ 701458 h 701458"/>
              <a:gd name="connsiteX3-71" fmla="*/ 0 w 839950"/>
              <a:gd name="connsiteY3-72" fmla="*/ 536149 h 701458"/>
              <a:gd name="connsiteX0-73" fmla="*/ 0 w 464169"/>
              <a:gd name="connsiteY0-74" fmla="*/ 536149 h 601250"/>
              <a:gd name="connsiteX1-75" fmla="*/ 326118 w 464169"/>
              <a:gd name="connsiteY1-76" fmla="*/ 0 h 601250"/>
              <a:gd name="connsiteX2-77" fmla="*/ 464169 w 464169"/>
              <a:gd name="connsiteY2-78" fmla="*/ 601250 h 601250"/>
              <a:gd name="connsiteX3-79" fmla="*/ 0 w 464169"/>
              <a:gd name="connsiteY3-80" fmla="*/ 536149 h 601250"/>
              <a:gd name="connsiteX0-81" fmla="*/ 0 w 464169"/>
              <a:gd name="connsiteY0-82" fmla="*/ 310681 h 375782"/>
              <a:gd name="connsiteX1-83" fmla="*/ 213384 w 464169"/>
              <a:gd name="connsiteY1-84" fmla="*/ 0 h 375782"/>
              <a:gd name="connsiteX2-85" fmla="*/ 464169 w 464169"/>
              <a:gd name="connsiteY2-86" fmla="*/ 375782 h 375782"/>
              <a:gd name="connsiteX3-87" fmla="*/ 0 w 464169"/>
              <a:gd name="connsiteY3-88" fmla="*/ 310681 h 375782"/>
              <a:gd name="connsiteX0-89" fmla="*/ 0 w 464169"/>
              <a:gd name="connsiteY0-90" fmla="*/ 307038 h 372139"/>
              <a:gd name="connsiteX1-91" fmla="*/ 184240 w 464169"/>
              <a:gd name="connsiteY1-92" fmla="*/ 0 h 372139"/>
              <a:gd name="connsiteX2-93" fmla="*/ 464169 w 464169"/>
              <a:gd name="connsiteY2-94" fmla="*/ 372139 h 372139"/>
              <a:gd name="connsiteX3-95" fmla="*/ 0 w 464169"/>
              <a:gd name="connsiteY3-96" fmla="*/ 307038 h 372139"/>
              <a:gd name="connsiteX0-97" fmla="*/ 0 w 478741"/>
              <a:gd name="connsiteY0-98" fmla="*/ 307038 h 441356"/>
              <a:gd name="connsiteX1-99" fmla="*/ 184240 w 478741"/>
              <a:gd name="connsiteY1-100" fmla="*/ 0 h 441356"/>
              <a:gd name="connsiteX2-101" fmla="*/ 478741 w 478741"/>
              <a:gd name="connsiteY2-102" fmla="*/ 441356 h 441356"/>
              <a:gd name="connsiteX3-103" fmla="*/ 0 w 478741"/>
              <a:gd name="connsiteY3-104" fmla="*/ 307038 h 4413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78741" h="441356">
                <a:moveTo>
                  <a:pt x="0" y="307038"/>
                </a:moveTo>
                <a:lnTo>
                  <a:pt x="184240" y="0"/>
                </a:lnTo>
                <a:lnTo>
                  <a:pt x="478741" y="441356"/>
                </a:lnTo>
                <a:lnTo>
                  <a:pt x="0" y="307038"/>
                </a:lnTo>
                <a:close/>
              </a:path>
            </a:pathLst>
          </a:custGeom>
          <a:gradFill>
            <a:gsLst>
              <a:gs pos="92000">
                <a:srgbClr val="B6D3B7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等腰三角形 21"/>
          <p:cNvSpPr/>
          <p:nvPr/>
        </p:nvSpPr>
        <p:spPr>
          <a:xfrm rot="20520000">
            <a:off x="452033" y="1032231"/>
            <a:ext cx="1089764" cy="78913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9764" h="789139">
                <a:moveTo>
                  <a:pt x="75156" y="789139"/>
                </a:moveTo>
                <a:lnTo>
                  <a:pt x="0" y="0"/>
                </a:lnTo>
                <a:lnTo>
                  <a:pt x="1089764" y="425885"/>
                </a:lnTo>
                <a:lnTo>
                  <a:pt x="75156" y="789139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300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7" grpId="0" bldLvl="0" animBg="1"/>
      <p:bldP spid="5" grpId="0"/>
      <p:bldP spid="22" grpId="0" bldLvl="0" animBg="1"/>
      <p:bldP spid="23" grpId="0" bldLvl="0" animBg="1"/>
      <p:bldP spid="24" grpId="0" bldLvl="0" animBg="1"/>
      <p:bldP spid="26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" grpId="0" bldLvl="0" animBg="1"/>
      <p:bldP spid="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等腰三角形 21"/>
          <p:cNvSpPr/>
          <p:nvPr/>
        </p:nvSpPr>
        <p:spPr>
          <a:xfrm rot="19016716">
            <a:off x="-852899" y="3929233"/>
            <a:ext cx="1998880" cy="1195100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302414 w 2287273"/>
              <a:gd name="connsiteY0-74" fmla="*/ 4366376 h 4366376"/>
              <a:gd name="connsiteX1-75" fmla="*/ 0 w 2287273"/>
              <a:gd name="connsiteY1-76" fmla="*/ 2964927 h 4366376"/>
              <a:gd name="connsiteX2-77" fmla="*/ 2287273 w 2287273"/>
              <a:gd name="connsiteY2-78" fmla="*/ 1 h 4366376"/>
              <a:gd name="connsiteX3-79" fmla="*/ 302414 w 2287273"/>
              <a:gd name="connsiteY3-80" fmla="*/ 4366376 h 4366376"/>
              <a:gd name="connsiteX0-81" fmla="*/ 0 w 1984859"/>
              <a:gd name="connsiteY0-82" fmla="*/ 5515943 h 5515943"/>
              <a:gd name="connsiteX1-83" fmla="*/ 728870 w 1984859"/>
              <a:gd name="connsiteY1-84" fmla="*/ -1 h 5515943"/>
              <a:gd name="connsiteX2-85" fmla="*/ 1984859 w 1984859"/>
              <a:gd name="connsiteY2-86" fmla="*/ 1149568 h 5515943"/>
              <a:gd name="connsiteX3-87" fmla="*/ 0 w 1984859"/>
              <a:gd name="connsiteY3-88" fmla="*/ 5515943 h 5515943"/>
              <a:gd name="connsiteX0-89" fmla="*/ 0 w 2743975"/>
              <a:gd name="connsiteY0-90" fmla="*/ 2971745 h 2971744"/>
              <a:gd name="connsiteX1-91" fmla="*/ 1487986 w 2743975"/>
              <a:gd name="connsiteY1-92" fmla="*/ -1 h 2971744"/>
              <a:gd name="connsiteX2-93" fmla="*/ 2743975 w 2743975"/>
              <a:gd name="connsiteY2-94" fmla="*/ 1149568 h 2971744"/>
              <a:gd name="connsiteX3-95" fmla="*/ 0 w 2743975"/>
              <a:gd name="connsiteY3-96" fmla="*/ 2971745 h 2971744"/>
              <a:gd name="connsiteX0-97" fmla="*/ 0 w 2761811"/>
              <a:gd name="connsiteY0-98" fmla="*/ 1441450 h 1441449"/>
              <a:gd name="connsiteX1-99" fmla="*/ 1505822 w 2761811"/>
              <a:gd name="connsiteY1-100" fmla="*/ -1 h 1441449"/>
              <a:gd name="connsiteX2-101" fmla="*/ 2761811 w 2761811"/>
              <a:gd name="connsiteY2-102" fmla="*/ 1149568 h 1441449"/>
              <a:gd name="connsiteX3-103" fmla="*/ 0 w 2761811"/>
              <a:gd name="connsiteY3-104" fmla="*/ 1441450 h 1441449"/>
              <a:gd name="connsiteX0-105" fmla="*/ 0 w 2970564"/>
              <a:gd name="connsiteY0-106" fmla="*/ 3027997 h 3027997"/>
              <a:gd name="connsiteX1-107" fmla="*/ 1714575 w 2970564"/>
              <a:gd name="connsiteY1-108" fmla="*/ -1 h 3027997"/>
              <a:gd name="connsiteX2-109" fmla="*/ 2970564 w 2970564"/>
              <a:gd name="connsiteY2-110" fmla="*/ 1149568 h 3027997"/>
              <a:gd name="connsiteX3-111" fmla="*/ 0 w 2970564"/>
              <a:gd name="connsiteY3-112" fmla="*/ 3027997 h 30279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70564" h="3027997">
                <a:moveTo>
                  <a:pt x="0" y="3027997"/>
                </a:moveTo>
                <a:lnTo>
                  <a:pt x="1714575" y="-1"/>
                </a:lnTo>
                <a:lnTo>
                  <a:pt x="2970564" y="1149568"/>
                </a:lnTo>
                <a:lnTo>
                  <a:pt x="0" y="3027997"/>
                </a:lnTo>
                <a:close/>
              </a:path>
            </a:pathLst>
          </a:custGeom>
          <a:gradFill>
            <a:gsLst>
              <a:gs pos="17000">
                <a:srgbClr val="FFFFFF">
                  <a:alpha val="0"/>
                </a:srgbClr>
              </a:gs>
              <a:gs pos="82000">
                <a:srgbClr val="92BFB5">
                  <a:alpha val="2200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1" name="等腰三角形 21"/>
          <p:cNvSpPr/>
          <p:nvPr/>
        </p:nvSpPr>
        <p:spPr>
          <a:xfrm rot="19016716">
            <a:off x="-311224" y="3993267"/>
            <a:ext cx="2436405" cy="2076611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302414 w 2287273"/>
              <a:gd name="connsiteY0-74" fmla="*/ 4366376 h 4366376"/>
              <a:gd name="connsiteX1-75" fmla="*/ 0 w 2287273"/>
              <a:gd name="connsiteY1-76" fmla="*/ 2964927 h 4366376"/>
              <a:gd name="connsiteX2-77" fmla="*/ 2287273 w 2287273"/>
              <a:gd name="connsiteY2-78" fmla="*/ 1 h 4366376"/>
              <a:gd name="connsiteX3-79" fmla="*/ 302414 w 2287273"/>
              <a:gd name="connsiteY3-80" fmla="*/ 4366376 h 4366376"/>
              <a:gd name="connsiteX0-81" fmla="*/ 0 w 1984859"/>
              <a:gd name="connsiteY0-82" fmla="*/ 5515943 h 5515943"/>
              <a:gd name="connsiteX1-83" fmla="*/ 728870 w 1984859"/>
              <a:gd name="connsiteY1-84" fmla="*/ -1 h 5515943"/>
              <a:gd name="connsiteX2-85" fmla="*/ 1984859 w 1984859"/>
              <a:gd name="connsiteY2-86" fmla="*/ 1149568 h 5515943"/>
              <a:gd name="connsiteX3-87" fmla="*/ 0 w 1984859"/>
              <a:gd name="connsiteY3-88" fmla="*/ 5515943 h 5515943"/>
              <a:gd name="connsiteX0-89" fmla="*/ 0 w 2743975"/>
              <a:gd name="connsiteY0-90" fmla="*/ 2971745 h 2971744"/>
              <a:gd name="connsiteX1-91" fmla="*/ 1487986 w 2743975"/>
              <a:gd name="connsiteY1-92" fmla="*/ -1 h 2971744"/>
              <a:gd name="connsiteX2-93" fmla="*/ 2743975 w 2743975"/>
              <a:gd name="connsiteY2-94" fmla="*/ 1149568 h 2971744"/>
              <a:gd name="connsiteX3-95" fmla="*/ 0 w 2743975"/>
              <a:gd name="connsiteY3-96" fmla="*/ 2971745 h 2971744"/>
              <a:gd name="connsiteX0-97" fmla="*/ 0 w 2761811"/>
              <a:gd name="connsiteY0-98" fmla="*/ 1441450 h 1441449"/>
              <a:gd name="connsiteX1-99" fmla="*/ 1505822 w 2761811"/>
              <a:gd name="connsiteY1-100" fmla="*/ -1 h 1441449"/>
              <a:gd name="connsiteX2-101" fmla="*/ 2761811 w 2761811"/>
              <a:gd name="connsiteY2-102" fmla="*/ 1149568 h 1441449"/>
              <a:gd name="connsiteX3-103" fmla="*/ 0 w 2761811"/>
              <a:gd name="connsiteY3-104" fmla="*/ 1441450 h 1441449"/>
              <a:gd name="connsiteX0-105" fmla="*/ 0 w 2970564"/>
              <a:gd name="connsiteY0-106" fmla="*/ 3027997 h 3027997"/>
              <a:gd name="connsiteX1-107" fmla="*/ 1714575 w 2970564"/>
              <a:gd name="connsiteY1-108" fmla="*/ -1 h 3027997"/>
              <a:gd name="connsiteX2-109" fmla="*/ 2970564 w 2970564"/>
              <a:gd name="connsiteY2-110" fmla="*/ 1149568 h 3027997"/>
              <a:gd name="connsiteX3-111" fmla="*/ 0 w 2970564"/>
              <a:gd name="connsiteY3-112" fmla="*/ 3027997 h 3027997"/>
              <a:gd name="connsiteX0-113" fmla="*/ 0 w 2356699"/>
              <a:gd name="connsiteY0-114" fmla="*/ 3027997 h 5261461"/>
              <a:gd name="connsiteX1-115" fmla="*/ 1714575 w 2356699"/>
              <a:gd name="connsiteY1-116" fmla="*/ -1 h 5261461"/>
              <a:gd name="connsiteX2-117" fmla="*/ 2356699 w 2356699"/>
              <a:gd name="connsiteY2-118" fmla="*/ 5261462 h 5261461"/>
              <a:gd name="connsiteX3-119" fmla="*/ 0 w 2356699"/>
              <a:gd name="connsiteY3-120" fmla="*/ 3027997 h 5261461"/>
              <a:gd name="connsiteX0-121" fmla="*/ 0 w 3620776"/>
              <a:gd name="connsiteY0-122" fmla="*/ 1807117 h 5261461"/>
              <a:gd name="connsiteX1-123" fmla="*/ 2978652 w 3620776"/>
              <a:gd name="connsiteY1-124" fmla="*/ -1 h 5261461"/>
              <a:gd name="connsiteX2-125" fmla="*/ 3620776 w 3620776"/>
              <a:gd name="connsiteY2-126" fmla="*/ 5261462 h 5261461"/>
              <a:gd name="connsiteX3-127" fmla="*/ 0 w 3620776"/>
              <a:gd name="connsiteY3-128" fmla="*/ 1807117 h 52614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20776" h="5261461">
                <a:moveTo>
                  <a:pt x="0" y="1807117"/>
                </a:moveTo>
                <a:lnTo>
                  <a:pt x="2978652" y="-1"/>
                </a:lnTo>
                <a:lnTo>
                  <a:pt x="3620776" y="5261462"/>
                </a:lnTo>
                <a:lnTo>
                  <a:pt x="0" y="1807117"/>
                </a:lnTo>
                <a:close/>
              </a:path>
            </a:pathLst>
          </a:custGeom>
          <a:gradFill>
            <a:gsLst>
              <a:gs pos="67000">
                <a:srgbClr val="FFFFFF">
                  <a:alpha val="0"/>
                </a:srgbClr>
              </a:gs>
              <a:gs pos="29000">
                <a:srgbClr val="E1EAEF"/>
              </a:gs>
            </a:gsLst>
            <a:lin ang="7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等腰三角形 26"/>
          <p:cNvSpPr/>
          <p:nvPr/>
        </p:nvSpPr>
        <p:spPr>
          <a:xfrm flipV="1">
            <a:off x="9918359" y="-2"/>
            <a:ext cx="2273641" cy="2225843"/>
          </a:xfrm>
          <a:prstGeom prst="triangle">
            <a:avLst>
              <a:gd name="adj" fmla="val 100000"/>
            </a:avLst>
          </a:prstGeom>
          <a:gradFill>
            <a:gsLst>
              <a:gs pos="75000">
                <a:srgbClr val="5CACCF"/>
              </a:gs>
              <a:gs pos="31000">
                <a:srgbClr val="B6D3B7"/>
              </a:gs>
            </a:gsLst>
            <a:lin ang="30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等腰三角形 21"/>
          <p:cNvSpPr/>
          <p:nvPr/>
        </p:nvSpPr>
        <p:spPr>
          <a:xfrm>
            <a:off x="7856801" y="613704"/>
            <a:ext cx="1251762" cy="1427194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  <a:gd name="connsiteX0-105" fmla="*/ 764345 w 1620054"/>
              <a:gd name="connsiteY0-106" fmla="*/ 2327149 h 2327149"/>
              <a:gd name="connsiteX1-107" fmla="*/ 0 w 1620054"/>
              <a:gd name="connsiteY1-108" fmla="*/ 0 h 2327149"/>
              <a:gd name="connsiteX2-109" fmla="*/ 1620054 w 1620054"/>
              <a:gd name="connsiteY2-110" fmla="*/ 1535186 h 2327149"/>
              <a:gd name="connsiteX3-111" fmla="*/ 764345 w 1620054"/>
              <a:gd name="connsiteY3-112" fmla="*/ 2327149 h 2327149"/>
              <a:gd name="connsiteX0-113" fmla="*/ 1546397 w 2402106"/>
              <a:gd name="connsiteY0-114" fmla="*/ 1725570 h 1725570"/>
              <a:gd name="connsiteX1-115" fmla="*/ 0 w 2402106"/>
              <a:gd name="connsiteY1-116" fmla="*/ 0 h 1725570"/>
              <a:gd name="connsiteX2-117" fmla="*/ 2402106 w 2402106"/>
              <a:gd name="connsiteY2-118" fmla="*/ 933607 h 1725570"/>
              <a:gd name="connsiteX3-119" fmla="*/ 1546397 w 2402106"/>
              <a:gd name="connsiteY3-120" fmla="*/ 1725570 h 1725570"/>
              <a:gd name="connsiteX0-121" fmla="*/ 1546397 w 1656148"/>
              <a:gd name="connsiteY0-122" fmla="*/ 2897490 h 2897490"/>
              <a:gd name="connsiteX1-123" fmla="*/ 0 w 1656148"/>
              <a:gd name="connsiteY1-124" fmla="*/ 1171920 h 2897490"/>
              <a:gd name="connsiteX2-125" fmla="*/ 1656148 w 1656148"/>
              <a:gd name="connsiteY2-126" fmla="*/ 0 h 2897490"/>
              <a:gd name="connsiteX3-127" fmla="*/ 1546397 w 1656148"/>
              <a:gd name="connsiteY3-128" fmla="*/ 2897490 h 2897490"/>
              <a:gd name="connsiteX0-129" fmla="*/ 1546397 w 1546397"/>
              <a:gd name="connsiteY0-130" fmla="*/ 3258438 h 3258438"/>
              <a:gd name="connsiteX1-131" fmla="*/ 0 w 1546397"/>
              <a:gd name="connsiteY1-132" fmla="*/ 1532868 h 3258438"/>
              <a:gd name="connsiteX2-133" fmla="*/ 104074 w 1546397"/>
              <a:gd name="connsiteY2-134" fmla="*/ 0 h 3258438"/>
              <a:gd name="connsiteX3-135" fmla="*/ 1546397 w 1546397"/>
              <a:gd name="connsiteY3-136" fmla="*/ 3258438 h 3258438"/>
              <a:gd name="connsiteX0-137" fmla="*/ 1305765 w 1305765"/>
              <a:gd name="connsiteY0-138" fmla="*/ 1670270 h 1670270"/>
              <a:gd name="connsiteX1-139" fmla="*/ 0 w 1305765"/>
              <a:gd name="connsiteY1-140" fmla="*/ 1532868 h 1670270"/>
              <a:gd name="connsiteX2-141" fmla="*/ 104074 w 1305765"/>
              <a:gd name="connsiteY2-142" fmla="*/ 0 h 1670270"/>
              <a:gd name="connsiteX3-143" fmla="*/ 1305765 w 1305765"/>
              <a:gd name="connsiteY3-144" fmla="*/ 1670270 h 1670270"/>
              <a:gd name="connsiteX0-145" fmla="*/ 307144 w 307144"/>
              <a:gd name="connsiteY0-146" fmla="*/ 1249165 h 1532868"/>
              <a:gd name="connsiteX1-147" fmla="*/ 0 w 307144"/>
              <a:gd name="connsiteY1-148" fmla="*/ 1532868 h 1532868"/>
              <a:gd name="connsiteX2-149" fmla="*/ 104074 w 307144"/>
              <a:gd name="connsiteY2-150" fmla="*/ 0 h 1532868"/>
              <a:gd name="connsiteX3-151" fmla="*/ 307144 w 307144"/>
              <a:gd name="connsiteY3-152" fmla="*/ 1249165 h 1532868"/>
              <a:gd name="connsiteX0-153" fmla="*/ 728249 w 728249"/>
              <a:gd name="connsiteY0-154" fmla="*/ 1513860 h 1532868"/>
              <a:gd name="connsiteX1-155" fmla="*/ 0 w 728249"/>
              <a:gd name="connsiteY1-156" fmla="*/ 1532868 h 1532868"/>
              <a:gd name="connsiteX2-157" fmla="*/ 104074 w 728249"/>
              <a:gd name="connsiteY2-158" fmla="*/ 0 h 1532868"/>
              <a:gd name="connsiteX3-159" fmla="*/ 728249 w 728249"/>
              <a:gd name="connsiteY3-160" fmla="*/ 1513860 h 1532868"/>
              <a:gd name="connsiteX0-161" fmla="*/ 1273881 w 1273881"/>
              <a:gd name="connsiteY0-162" fmla="*/ 1574018 h 1593026"/>
              <a:gd name="connsiteX1-163" fmla="*/ 545632 w 1273881"/>
              <a:gd name="connsiteY1-164" fmla="*/ 1593026 h 1593026"/>
              <a:gd name="connsiteX2-165" fmla="*/ 0 w 1273881"/>
              <a:gd name="connsiteY2-166" fmla="*/ 0 h 1593026"/>
              <a:gd name="connsiteX3-167" fmla="*/ 1273881 w 1273881"/>
              <a:gd name="connsiteY3-168" fmla="*/ 1574018 h 1593026"/>
              <a:gd name="connsiteX0-169" fmla="*/ 1175168 w 1175168"/>
              <a:gd name="connsiteY0-170" fmla="*/ 1423350 h 1442358"/>
              <a:gd name="connsiteX1-171" fmla="*/ 446919 w 1175168"/>
              <a:gd name="connsiteY1-172" fmla="*/ 1442358 h 1442358"/>
              <a:gd name="connsiteX2-173" fmla="*/ 0 w 1175168"/>
              <a:gd name="connsiteY2-174" fmla="*/ 0 h 1442358"/>
              <a:gd name="connsiteX3-175" fmla="*/ 1175168 w 1175168"/>
              <a:gd name="connsiteY3-176" fmla="*/ 1423350 h 1442358"/>
              <a:gd name="connsiteX0-177" fmla="*/ 1217623 w 1217623"/>
              <a:gd name="connsiteY0-178" fmla="*/ 1390692 h 1409700"/>
              <a:gd name="connsiteX1-179" fmla="*/ 489374 w 1217623"/>
              <a:gd name="connsiteY1-180" fmla="*/ 1409700 h 1409700"/>
              <a:gd name="connsiteX2-181" fmla="*/ 0 w 1217623"/>
              <a:gd name="connsiteY2-182" fmla="*/ 0 h 1409700"/>
              <a:gd name="connsiteX3-183" fmla="*/ 1217623 w 1217623"/>
              <a:gd name="connsiteY3-184" fmla="*/ 1390692 h 1409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17623" h="1409700">
                <a:moveTo>
                  <a:pt x="1217623" y="1390692"/>
                </a:moveTo>
                <a:lnTo>
                  <a:pt x="489374" y="1409700"/>
                </a:lnTo>
                <a:lnTo>
                  <a:pt x="0" y="0"/>
                </a:lnTo>
                <a:lnTo>
                  <a:pt x="1217623" y="1390692"/>
                </a:lnTo>
                <a:close/>
              </a:path>
            </a:pathLst>
          </a:custGeom>
          <a:gradFill>
            <a:gsLst>
              <a:gs pos="62000">
                <a:srgbClr val="52A4AE"/>
              </a:gs>
              <a:gs pos="35000">
                <a:srgbClr val="92BFB5"/>
              </a:gs>
            </a:gsLst>
            <a:lin ang="192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等腰三角形 21"/>
          <p:cNvSpPr/>
          <p:nvPr/>
        </p:nvSpPr>
        <p:spPr>
          <a:xfrm>
            <a:off x="7857832" y="615454"/>
            <a:ext cx="588769" cy="1425444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  <a:gd name="connsiteX0-105" fmla="*/ 764345 w 1620054"/>
              <a:gd name="connsiteY0-106" fmla="*/ 2327149 h 2327149"/>
              <a:gd name="connsiteX1-107" fmla="*/ 0 w 1620054"/>
              <a:gd name="connsiteY1-108" fmla="*/ 0 h 2327149"/>
              <a:gd name="connsiteX2-109" fmla="*/ 1620054 w 1620054"/>
              <a:gd name="connsiteY2-110" fmla="*/ 1535186 h 2327149"/>
              <a:gd name="connsiteX3-111" fmla="*/ 764345 w 1620054"/>
              <a:gd name="connsiteY3-112" fmla="*/ 2327149 h 2327149"/>
              <a:gd name="connsiteX0-113" fmla="*/ 1546397 w 2402106"/>
              <a:gd name="connsiteY0-114" fmla="*/ 1725570 h 1725570"/>
              <a:gd name="connsiteX1-115" fmla="*/ 0 w 2402106"/>
              <a:gd name="connsiteY1-116" fmla="*/ 0 h 1725570"/>
              <a:gd name="connsiteX2-117" fmla="*/ 2402106 w 2402106"/>
              <a:gd name="connsiteY2-118" fmla="*/ 933607 h 1725570"/>
              <a:gd name="connsiteX3-119" fmla="*/ 1546397 w 2402106"/>
              <a:gd name="connsiteY3-120" fmla="*/ 1725570 h 1725570"/>
              <a:gd name="connsiteX0-121" fmla="*/ 1546397 w 1656148"/>
              <a:gd name="connsiteY0-122" fmla="*/ 2897490 h 2897490"/>
              <a:gd name="connsiteX1-123" fmla="*/ 0 w 1656148"/>
              <a:gd name="connsiteY1-124" fmla="*/ 1171920 h 2897490"/>
              <a:gd name="connsiteX2-125" fmla="*/ 1656148 w 1656148"/>
              <a:gd name="connsiteY2-126" fmla="*/ 0 h 2897490"/>
              <a:gd name="connsiteX3-127" fmla="*/ 1546397 w 1656148"/>
              <a:gd name="connsiteY3-128" fmla="*/ 2897490 h 2897490"/>
              <a:gd name="connsiteX0-129" fmla="*/ 1546397 w 1546397"/>
              <a:gd name="connsiteY0-130" fmla="*/ 3258438 h 3258438"/>
              <a:gd name="connsiteX1-131" fmla="*/ 0 w 1546397"/>
              <a:gd name="connsiteY1-132" fmla="*/ 1532868 h 3258438"/>
              <a:gd name="connsiteX2-133" fmla="*/ 104074 w 1546397"/>
              <a:gd name="connsiteY2-134" fmla="*/ 0 h 3258438"/>
              <a:gd name="connsiteX3-135" fmla="*/ 1546397 w 1546397"/>
              <a:gd name="connsiteY3-136" fmla="*/ 3258438 h 3258438"/>
              <a:gd name="connsiteX0-137" fmla="*/ 1305765 w 1305765"/>
              <a:gd name="connsiteY0-138" fmla="*/ 1670270 h 1670270"/>
              <a:gd name="connsiteX1-139" fmla="*/ 0 w 1305765"/>
              <a:gd name="connsiteY1-140" fmla="*/ 1532868 h 1670270"/>
              <a:gd name="connsiteX2-141" fmla="*/ 104074 w 1305765"/>
              <a:gd name="connsiteY2-142" fmla="*/ 0 h 1670270"/>
              <a:gd name="connsiteX3-143" fmla="*/ 1305765 w 1305765"/>
              <a:gd name="connsiteY3-144" fmla="*/ 1670270 h 1670270"/>
              <a:gd name="connsiteX0-145" fmla="*/ 307144 w 307144"/>
              <a:gd name="connsiteY0-146" fmla="*/ 1249165 h 1532868"/>
              <a:gd name="connsiteX1-147" fmla="*/ 0 w 307144"/>
              <a:gd name="connsiteY1-148" fmla="*/ 1532868 h 1532868"/>
              <a:gd name="connsiteX2-149" fmla="*/ 104074 w 307144"/>
              <a:gd name="connsiteY2-150" fmla="*/ 0 h 1532868"/>
              <a:gd name="connsiteX3-151" fmla="*/ 307144 w 307144"/>
              <a:gd name="connsiteY3-152" fmla="*/ 1249165 h 1532868"/>
              <a:gd name="connsiteX0-153" fmla="*/ 728249 w 728249"/>
              <a:gd name="connsiteY0-154" fmla="*/ 1513860 h 1532868"/>
              <a:gd name="connsiteX1-155" fmla="*/ 0 w 728249"/>
              <a:gd name="connsiteY1-156" fmla="*/ 1532868 h 1532868"/>
              <a:gd name="connsiteX2-157" fmla="*/ 104074 w 728249"/>
              <a:gd name="connsiteY2-158" fmla="*/ 0 h 1532868"/>
              <a:gd name="connsiteX3-159" fmla="*/ 728249 w 728249"/>
              <a:gd name="connsiteY3-160" fmla="*/ 1513860 h 1532868"/>
              <a:gd name="connsiteX0-161" fmla="*/ 1273881 w 1273881"/>
              <a:gd name="connsiteY0-162" fmla="*/ 1574018 h 1593026"/>
              <a:gd name="connsiteX1-163" fmla="*/ 545632 w 1273881"/>
              <a:gd name="connsiteY1-164" fmla="*/ 1593026 h 1593026"/>
              <a:gd name="connsiteX2-165" fmla="*/ 0 w 1273881"/>
              <a:gd name="connsiteY2-166" fmla="*/ 0 h 1593026"/>
              <a:gd name="connsiteX3-167" fmla="*/ 1273881 w 1273881"/>
              <a:gd name="connsiteY3-168" fmla="*/ 1574018 h 1593026"/>
              <a:gd name="connsiteX0-169" fmla="*/ 728249 w 728249"/>
              <a:gd name="connsiteY0-170" fmla="*/ 1369482 h 1388490"/>
              <a:gd name="connsiteX1-171" fmla="*/ 0 w 728249"/>
              <a:gd name="connsiteY1-172" fmla="*/ 1388490 h 1388490"/>
              <a:gd name="connsiteX2-173" fmla="*/ 272516 w 728249"/>
              <a:gd name="connsiteY2-174" fmla="*/ 0 h 1388490"/>
              <a:gd name="connsiteX3-175" fmla="*/ 728249 w 728249"/>
              <a:gd name="connsiteY3-176" fmla="*/ 1369482 h 1388490"/>
              <a:gd name="connsiteX0-177" fmla="*/ 487618 w 487618"/>
              <a:gd name="connsiteY0-178" fmla="*/ 1369482 h 1369482"/>
              <a:gd name="connsiteX1-179" fmla="*/ 0 w 487618"/>
              <a:gd name="connsiteY1-180" fmla="*/ 1364427 h 1369482"/>
              <a:gd name="connsiteX2-181" fmla="*/ 31885 w 487618"/>
              <a:gd name="connsiteY2-182" fmla="*/ 0 h 1369482"/>
              <a:gd name="connsiteX3-183" fmla="*/ 487618 w 487618"/>
              <a:gd name="connsiteY3-184" fmla="*/ 1369482 h 1369482"/>
              <a:gd name="connsiteX0-185" fmla="*/ 571839 w 571839"/>
              <a:gd name="connsiteY0-186" fmla="*/ 1369482 h 1376459"/>
              <a:gd name="connsiteX1-187" fmla="*/ 0 w 571839"/>
              <a:gd name="connsiteY1-188" fmla="*/ 1376459 h 1376459"/>
              <a:gd name="connsiteX2-189" fmla="*/ 116106 w 571839"/>
              <a:gd name="connsiteY2-190" fmla="*/ 0 h 1376459"/>
              <a:gd name="connsiteX3-191" fmla="*/ 571839 w 571839"/>
              <a:gd name="connsiteY3-192" fmla="*/ 1369482 h 1376459"/>
              <a:gd name="connsiteX0-193" fmla="*/ 571839 w 571839"/>
              <a:gd name="connsiteY0-194" fmla="*/ 1369482 h 1376459"/>
              <a:gd name="connsiteX1-195" fmla="*/ 0 w 571839"/>
              <a:gd name="connsiteY1-196" fmla="*/ 1376459 h 1376459"/>
              <a:gd name="connsiteX2-197" fmla="*/ 67979 w 571839"/>
              <a:gd name="connsiteY2-198" fmla="*/ 0 h 1376459"/>
              <a:gd name="connsiteX3-199" fmla="*/ 571839 w 571839"/>
              <a:gd name="connsiteY3-200" fmla="*/ 1369482 h 1376459"/>
              <a:gd name="connsiteX0-201" fmla="*/ 588769 w 588769"/>
              <a:gd name="connsiteY0-202" fmla="*/ 1418467 h 1425444"/>
              <a:gd name="connsiteX1-203" fmla="*/ 16930 w 588769"/>
              <a:gd name="connsiteY1-204" fmla="*/ 1425444 h 1425444"/>
              <a:gd name="connsiteX2-205" fmla="*/ 0 w 588769"/>
              <a:gd name="connsiteY2-206" fmla="*/ 0 h 1425444"/>
              <a:gd name="connsiteX3-207" fmla="*/ 588769 w 588769"/>
              <a:gd name="connsiteY3-208" fmla="*/ 1418467 h 14254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88769" h="1425444">
                <a:moveTo>
                  <a:pt x="588769" y="1418467"/>
                </a:moveTo>
                <a:lnTo>
                  <a:pt x="16930" y="1425444"/>
                </a:lnTo>
                <a:lnTo>
                  <a:pt x="0" y="0"/>
                </a:lnTo>
                <a:lnTo>
                  <a:pt x="588769" y="1418467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等腰三角形 29"/>
          <p:cNvSpPr/>
          <p:nvPr/>
        </p:nvSpPr>
        <p:spPr>
          <a:xfrm flipV="1">
            <a:off x="10981437" y="1028695"/>
            <a:ext cx="1210563" cy="2096597"/>
          </a:xfrm>
          <a:prstGeom prst="triangle">
            <a:avLst>
              <a:gd name="adj" fmla="val 100000"/>
            </a:avLst>
          </a:prstGeom>
          <a:gradFill>
            <a:gsLst>
              <a:gs pos="63000">
                <a:srgbClr val="A7D2E5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11"/>
          <p:cNvGrpSpPr/>
          <p:nvPr/>
        </p:nvGrpSpPr>
        <p:grpSpPr bwMode="auto">
          <a:xfrm>
            <a:off x="4837233" y="3503323"/>
            <a:ext cx="6176010" cy="1522095"/>
            <a:chOff x="784764" y="4486612"/>
            <a:chExt cx="6177085" cy="1523242"/>
          </a:xfrm>
        </p:grpSpPr>
        <p:sp>
          <p:nvSpPr>
            <p:cNvPr id="11" name="文本框 10"/>
            <p:cNvSpPr txBox="1"/>
            <p:nvPr/>
          </p:nvSpPr>
          <p:spPr>
            <a:xfrm>
              <a:off x="784764" y="5056001"/>
              <a:ext cx="6177085" cy="95385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3600" spc="0" dirty="0">
                  <a:solidFill>
                    <a:srgbClr val="405E62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+mn-lt"/>
                  <a:ea typeface="+mn-ea"/>
                  <a:cs typeface="+mn-ea"/>
                  <a:sym typeface="+mn-lt"/>
                </a:rPr>
                <a:t>企业校园招聘全面</a:t>
              </a:r>
              <a:r>
                <a:rPr lang="zh-CN" altLang="en-US" sz="3600" spc="0" dirty="0">
                  <a:solidFill>
                    <a:srgbClr val="405E62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+mn-lt"/>
                  <a:ea typeface="+mn-ea"/>
                  <a:cs typeface="+mn-ea"/>
                  <a:sym typeface="+mn-lt"/>
                </a:rPr>
                <a:t>解析</a:t>
              </a:r>
              <a:endParaRPr lang="zh-CN" altLang="en-US" sz="3600" spc="0" dirty="0">
                <a:solidFill>
                  <a:srgbClr val="405E6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endParaRPr>
            </a:p>
            <a:p>
              <a:pPr>
                <a:defRPr/>
              </a:pPr>
              <a:endParaRPr lang="zh-CN" altLang="en-US" sz="2000" b="0" spc="0" dirty="0">
                <a:solidFill>
                  <a:srgbClr val="405E62"/>
                </a:solidFill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85008" y="4486612"/>
              <a:ext cx="3048530" cy="46201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spc="0" dirty="0">
                  <a:solidFill>
                    <a:srgbClr val="405E62"/>
                  </a:solidFill>
                  <a:latin typeface="+mn-lt"/>
                  <a:ea typeface="+mn-ea"/>
                  <a:cs typeface="+mn-ea"/>
                  <a:sym typeface="+mn-lt"/>
                </a:rPr>
                <a:t>PART </a:t>
              </a:r>
              <a:r>
                <a:rPr lang="en-US" altLang="zh-CN" sz="2400" spc="0" dirty="0" smtClean="0">
                  <a:solidFill>
                    <a:srgbClr val="405E62"/>
                  </a:solidFill>
                  <a:latin typeface="+mn-lt"/>
                  <a:ea typeface="+mn-ea"/>
                  <a:cs typeface="+mn-ea"/>
                  <a:sym typeface="+mn-lt"/>
                </a:rPr>
                <a:t>ONE</a:t>
              </a:r>
              <a:endParaRPr lang="zh-CN" altLang="en-US" sz="2400" spc="0" dirty="0">
                <a:solidFill>
                  <a:srgbClr val="405E62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1700" y="1028694"/>
            <a:ext cx="3893974" cy="3893974"/>
            <a:chOff x="-630302" y="1714542"/>
            <a:chExt cx="4762837" cy="4762838"/>
          </a:xfrm>
        </p:grpSpPr>
        <p:sp>
          <p:nvSpPr>
            <p:cNvPr id="13" name="椭圆 12"/>
            <p:cNvSpPr/>
            <p:nvPr/>
          </p:nvSpPr>
          <p:spPr>
            <a:xfrm>
              <a:off x="-630302" y="1714542"/>
              <a:ext cx="4762837" cy="4762838"/>
            </a:xfrm>
            <a:prstGeom prst="ellipse">
              <a:avLst/>
            </a:prstGeom>
            <a:gradFill>
              <a:gsLst>
                <a:gs pos="65000">
                  <a:srgbClr val="B6D3B7">
                    <a:alpha val="0"/>
                  </a:srgbClr>
                </a:gs>
                <a:gs pos="0">
                  <a:srgbClr val="52A4AE">
                    <a:alpha val="34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-171601" y="2394188"/>
              <a:ext cx="3790331" cy="2710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800" dirty="0" smtClean="0">
                  <a:gradFill>
                    <a:gsLst>
                      <a:gs pos="0">
                        <a:srgbClr val="B6D3B7"/>
                      </a:gs>
                      <a:gs pos="98000">
                        <a:srgbClr val="52A4AE"/>
                      </a:gs>
                    </a:gsLst>
                    <a:lin ang="5400000" scaled="1"/>
                  </a:gra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cs typeface="+mn-ea"/>
                  <a:sym typeface="+mn-lt"/>
                </a:rPr>
                <a:t>01</a:t>
              </a:r>
              <a:endParaRPr lang="zh-CN" altLang="en-US" sz="13800" dirty="0">
                <a:gradFill>
                  <a:gsLst>
                    <a:gs pos="0">
                      <a:srgbClr val="B6D3B7"/>
                    </a:gs>
                    <a:gs pos="98000">
                      <a:srgbClr val="52A4AE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31" name="等腰三角形 30"/>
          <p:cNvSpPr/>
          <p:nvPr/>
        </p:nvSpPr>
        <p:spPr>
          <a:xfrm flipV="1">
            <a:off x="10976024" y="1028694"/>
            <a:ext cx="1210563" cy="980579"/>
          </a:xfrm>
          <a:prstGeom prst="triangle">
            <a:avLst>
              <a:gd name="adj" fmla="val 100000"/>
            </a:avLst>
          </a:prstGeom>
          <a:gradFill>
            <a:gsLst>
              <a:gs pos="65000">
                <a:srgbClr val="5CACCF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等腰三角形 21"/>
          <p:cNvSpPr/>
          <p:nvPr/>
        </p:nvSpPr>
        <p:spPr>
          <a:xfrm>
            <a:off x="9315405" y="-484853"/>
            <a:ext cx="1697920" cy="2760286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7920" h="2760286">
                <a:moveTo>
                  <a:pt x="0" y="2760286"/>
                </a:moveTo>
                <a:lnTo>
                  <a:pt x="77866" y="0"/>
                </a:lnTo>
                <a:lnTo>
                  <a:pt x="1697920" y="1535186"/>
                </a:lnTo>
                <a:lnTo>
                  <a:pt x="0" y="2760286"/>
                </a:lnTo>
                <a:close/>
              </a:path>
            </a:pathLst>
          </a:custGeom>
          <a:gradFill>
            <a:gsLst>
              <a:gs pos="93000">
                <a:srgbClr val="52A4AE"/>
              </a:gs>
              <a:gs pos="4000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等腰三角形 21"/>
          <p:cNvSpPr/>
          <p:nvPr/>
        </p:nvSpPr>
        <p:spPr>
          <a:xfrm>
            <a:off x="7854758" y="-615311"/>
            <a:ext cx="1569062" cy="2897490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  <a:gd name="connsiteX0-105" fmla="*/ 764345 w 1620054"/>
              <a:gd name="connsiteY0-106" fmla="*/ 2327149 h 2327149"/>
              <a:gd name="connsiteX1-107" fmla="*/ 0 w 1620054"/>
              <a:gd name="connsiteY1-108" fmla="*/ 0 h 2327149"/>
              <a:gd name="connsiteX2-109" fmla="*/ 1620054 w 1620054"/>
              <a:gd name="connsiteY2-110" fmla="*/ 1535186 h 2327149"/>
              <a:gd name="connsiteX3-111" fmla="*/ 764345 w 1620054"/>
              <a:gd name="connsiteY3-112" fmla="*/ 2327149 h 2327149"/>
              <a:gd name="connsiteX0-113" fmla="*/ 1546397 w 2402106"/>
              <a:gd name="connsiteY0-114" fmla="*/ 1725570 h 1725570"/>
              <a:gd name="connsiteX1-115" fmla="*/ 0 w 2402106"/>
              <a:gd name="connsiteY1-116" fmla="*/ 0 h 1725570"/>
              <a:gd name="connsiteX2-117" fmla="*/ 2402106 w 2402106"/>
              <a:gd name="connsiteY2-118" fmla="*/ 933607 h 1725570"/>
              <a:gd name="connsiteX3-119" fmla="*/ 1546397 w 2402106"/>
              <a:gd name="connsiteY3-120" fmla="*/ 1725570 h 1725570"/>
              <a:gd name="connsiteX0-121" fmla="*/ 1546397 w 1656148"/>
              <a:gd name="connsiteY0-122" fmla="*/ 2897490 h 2897490"/>
              <a:gd name="connsiteX1-123" fmla="*/ 0 w 1656148"/>
              <a:gd name="connsiteY1-124" fmla="*/ 1171920 h 2897490"/>
              <a:gd name="connsiteX2-125" fmla="*/ 1656148 w 1656148"/>
              <a:gd name="connsiteY2-126" fmla="*/ 0 h 2897490"/>
              <a:gd name="connsiteX3-127" fmla="*/ 1546397 w 1656148"/>
              <a:gd name="connsiteY3-128" fmla="*/ 2897490 h 2897490"/>
              <a:gd name="connsiteX0-129" fmla="*/ 1459311 w 1569062"/>
              <a:gd name="connsiteY0-130" fmla="*/ 2897490 h 2897490"/>
              <a:gd name="connsiteX1-131" fmla="*/ 0 w 1569062"/>
              <a:gd name="connsiteY1-132" fmla="*/ 1229977 h 2897490"/>
              <a:gd name="connsiteX2-133" fmla="*/ 1569062 w 1569062"/>
              <a:gd name="connsiteY2-134" fmla="*/ 0 h 2897490"/>
              <a:gd name="connsiteX3-135" fmla="*/ 1459311 w 1569062"/>
              <a:gd name="connsiteY3-136" fmla="*/ 2897490 h 28974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69062" h="2897490">
                <a:moveTo>
                  <a:pt x="1459311" y="2897490"/>
                </a:moveTo>
                <a:lnTo>
                  <a:pt x="0" y="1229977"/>
                </a:lnTo>
                <a:lnTo>
                  <a:pt x="1569062" y="0"/>
                </a:lnTo>
                <a:lnTo>
                  <a:pt x="1459311" y="2897490"/>
                </a:lnTo>
                <a:close/>
              </a:path>
            </a:pathLst>
          </a:custGeom>
          <a:gradFill>
            <a:gsLst>
              <a:gs pos="100000">
                <a:srgbClr val="52A4AE"/>
              </a:gs>
              <a:gs pos="3700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等腰三角形 21"/>
          <p:cNvSpPr/>
          <p:nvPr/>
        </p:nvSpPr>
        <p:spPr>
          <a:xfrm rot="19016716">
            <a:off x="7438188" y="1637027"/>
            <a:ext cx="686162" cy="47365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13510" h="1200099">
                <a:moveTo>
                  <a:pt x="545691" y="1200100"/>
                </a:moveTo>
                <a:lnTo>
                  <a:pt x="0" y="287234"/>
                </a:lnTo>
                <a:lnTo>
                  <a:pt x="1113511" y="0"/>
                </a:lnTo>
                <a:lnTo>
                  <a:pt x="545691" y="1200100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300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等腰三角形 21"/>
          <p:cNvSpPr/>
          <p:nvPr/>
        </p:nvSpPr>
        <p:spPr>
          <a:xfrm rot="19016716">
            <a:off x="6932975" y="1332339"/>
            <a:ext cx="813578" cy="55312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09070" h="1401450">
                <a:moveTo>
                  <a:pt x="302414" y="1401450"/>
                </a:moveTo>
                <a:lnTo>
                  <a:pt x="0" y="1"/>
                </a:lnTo>
                <a:lnTo>
                  <a:pt x="1209069" y="699361"/>
                </a:lnTo>
                <a:lnTo>
                  <a:pt x="302414" y="1401450"/>
                </a:lnTo>
                <a:close/>
              </a:path>
            </a:pathLst>
          </a:custGeom>
          <a:gradFill>
            <a:gsLst>
              <a:gs pos="92000">
                <a:srgbClr val="92BFB5"/>
              </a:gs>
              <a:gs pos="3000">
                <a:srgbClr val="B6D3B7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等腰三角形 21"/>
          <p:cNvSpPr/>
          <p:nvPr/>
        </p:nvSpPr>
        <p:spPr>
          <a:xfrm rot="19016716">
            <a:off x="6404298" y="1055749"/>
            <a:ext cx="493101" cy="564862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0 w 1451958"/>
              <a:gd name="connsiteY0-74" fmla="*/ 699715 h 699715"/>
              <a:gd name="connsiteX1-75" fmla="*/ 242889 w 1451958"/>
              <a:gd name="connsiteY1-76" fmla="*/ 1 h 699715"/>
              <a:gd name="connsiteX2-77" fmla="*/ 1451958 w 1451958"/>
              <a:gd name="connsiteY2-78" fmla="*/ 699361 h 699715"/>
              <a:gd name="connsiteX3-79" fmla="*/ 0 w 1451958"/>
              <a:gd name="connsiteY3-80" fmla="*/ 699715 h 699715"/>
              <a:gd name="connsiteX0-81" fmla="*/ 0 w 732805"/>
              <a:gd name="connsiteY0-82" fmla="*/ 699715 h 1431177"/>
              <a:gd name="connsiteX1-83" fmla="*/ 242889 w 732805"/>
              <a:gd name="connsiteY1-84" fmla="*/ 1 h 1431177"/>
              <a:gd name="connsiteX2-85" fmla="*/ 732804 w 732805"/>
              <a:gd name="connsiteY2-86" fmla="*/ 1431176 h 1431177"/>
              <a:gd name="connsiteX3-87" fmla="*/ 0 w 732805"/>
              <a:gd name="connsiteY3-88" fmla="*/ 699715 h 14311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32805" h="1431177">
                <a:moveTo>
                  <a:pt x="0" y="699715"/>
                </a:moveTo>
                <a:lnTo>
                  <a:pt x="242889" y="1"/>
                </a:lnTo>
                <a:lnTo>
                  <a:pt x="732804" y="1431176"/>
                </a:lnTo>
                <a:lnTo>
                  <a:pt x="0" y="699715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300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等腰三角形 21"/>
          <p:cNvSpPr/>
          <p:nvPr/>
        </p:nvSpPr>
        <p:spPr>
          <a:xfrm rot="19016716">
            <a:off x="6519455" y="1855065"/>
            <a:ext cx="420702" cy="399392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0 w 1451958"/>
              <a:gd name="connsiteY0-74" fmla="*/ 699715 h 699715"/>
              <a:gd name="connsiteX1-75" fmla="*/ 242889 w 1451958"/>
              <a:gd name="connsiteY1-76" fmla="*/ 1 h 699715"/>
              <a:gd name="connsiteX2-77" fmla="*/ 1451958 w 1451958"/>
              <a:gd name="connsiteY2-78" fmla="*/ 699361 h 699715"/>
              <a:gd name="connsiteX3-79" fmla="*/ 0 w 1451958"/>
              <a:gd name="connsiteY3-80" fmla="*/ 699715 h 699715"/>
              <a:gd name="connsiteX0-81" fmla="*/ 0 w 732805"/>
              <a:gd name="connsiteY0-82" fmla="*/ 699715 h 1431177"/>
              <a:gd name="connsiteX1-83" fmla="*/ 242889 w 732805"/>
              <a:gd name="connsiteY1-84" fmla="*/ 1 h 1431177"/>
              <a:gd name="connsiteX2-85" fmla="*/ 732804 w 732805"/>
              <a:gd name="connsiteY2-86" fmla="*/ 1431176 h 1431177"/>
              <a:gd name="connsiteX3-87" fmla="*/ 0 w 732805"/>
              <a:gd name="connsiteY3-88" fmla="*/ 699715 h 1431177"/>
              <a:gd name="connsiteX0-89" fmla="*/ 0 w 732804"/>
              <a:gd name="connsiteY0-90" fmla="*/ 424454 h 1155916"/>
              <a:gd name="connsiteX1-91" fmla="*/ 703793 w 732804"/>
              <a:gd name="connsiteY1-92" fmla="*/ 1 h 1155916"/>
              <a:gd name="connsiteX2-93" fmla="*/ 732804 w 732804"/>
              <a:gd name="connsiteY2-94" fmla="*/ 1155915 h 1155916"/>
              <a:gd name="connsiteX3-95" fmla="*/ 0 w 732804"/>
              <a:gd name="connsiteY3-96" fmla="*/ 424454 h 1155916"/>
              <a:gd name="connsiteX0-97" fmla="*/ 0 w 703794"/>
              <a:gd name="connsiteY0-98" fmla="*/ 424454 h 1436384"/>
              <a:gd name="connsiteX1-99" fmla="*/ 703793 w 703794"/>
              <a:gd name="connsiteY1-100" fmla="*/ 1 h 1436384"/>
              <a:gd name="connsiteX2-101" fmla="*/ 358875 w 703794"/>
              <a:gd name="connsiteY2-102" fmla="*/ 1436384 h 1436384"/>
              <a:gd name="connsiteX3-103" fmla="*/ 0 w 703794"/>
              <a:gd name="connsiteY3-104" fmla="*/ 424454 h 1436384"/>
              <a:gd name="connsiteX0-105" fmla="*/ 0 w 625213"/>
              <a:gd name="connsiteY0-106" fmla="*/ 0 h 1011930"/>
              <a:gd name="connsiteX1-107" fmla="*/ 625212 w 625213"/>
              <a:gd name="connsiteY1-108" fmla="*/ 76158 h 1011930"/>
              <a:gd name="connsiteX2-109" fmla="*/ 358875 w 625213"/>
              <a:gd name="connsiteY2-110" fmla="*/ 1011930 h 1011930"/>
              <a:gd name="connsiteX3-111" fmla="*/ 0 w 625213"/>
              <a:gd name="connsiteY3-112" fmla="*/ 0 h 10119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25213" h="1011930">
                <a:moveTo>
                  <a:pt x="0" y="0"/>
                </a:moveTo>
                <a:lnTo>
                  <a:pt x="625212" y="76158"/>
                </a:lnTo>
                <a:lnTo>
                  <a:pt x="358875" y="101193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2000">
                <a:srgbClr val="92BFB5"/>
              </a:gs>
              <a:gs pos="3000">
                <a:srgbClr val="B6D3B7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bldLvl="0" animBg="1"/>
          <p:bldP spid="34" grpId="0" bldLvl="0" animBg="1"/>
          <p:bldP spid="35" grpId="0" bldLvl="0" animBg="1"/>
          <p:bldP spid="30" grpId="0" bldLvl="0" animBg="1"/>
          <p:bldP spid="31" grpId="0" bldLvl="0" animBg="1"/>
          <p:bldP spid="32" grpId="0" bldLvl="0" animBg="1"/>
          <p:bldP spid="33" grpId="0" bldLvl="0" animBg="1"/>
          <p:bldP spid="36" grpId="0" bldLvl="0" animBg="1"/>
          <p:bldP spid="37" grpId="0" bldLvl="0" animBg="1"/>
          <p:bldP spid="38" grpId="0" bldLvl="0" animBg="1"/>
          <p:bldP spid="39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6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 bldLvl="0" animBg="1"/>
          <p:bldP spid="34" grpId="0" bldLvl="0" animBg="1"/>
          <p:bldP spid="35" grpId="0" bldLvl="0" animBg="1"/>
          <p:bldP spid="30" grpId="0" bldLvl="0" animBg="1"/>
          <p:bldP spid="31" grpId="0" bldLvl="0" animBg="1"/>
          <p:bldP spid="32" grpId="0" bldLvl="0" animBg="1"/>
          <p:bldP spid="33" grpId="0" bldLvl="0" animBg="1"/>
          <p:bldP spid="36" grpId="0" bldLvl="0" animBg="1"/>
          <p:bldP spid="37" grpId="0" bldLvl="0" animBg="1"/>
          <p:bldP spid="38" grpId="0" bldLvl="0" animBg="1"/>
          <p:bldP spid="39" grpId="0" bldLvl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1464376" y="1801149"/>
            <a:ext cx="6856125" cy="1350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百度百科：校园招聘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】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校园招聘是一种特殊的外部招聘途径。是指招聘组织（企业等）直接从学校招聘各类各层次应届毕业生，也指招聘组织（企业等）通过各种方式招聘各类各层次应届毕业生。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66993" y="692150"/>
            <a:ext cx="3380020" cy="58734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什么是校园招聘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2" name="圆角矩形 31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34B2E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任意多边形 47"/>
          <p:cNvSpPr/>
          <p:nvPr/>
        </p:nvSpPr>
        <p:spPr>
          <a:xfrm flipV="1">
            <a:off x="9562484" y="5746810"/>
            <a:ext cx="1187960" cy="339417"/>
          </a:xfrm>
          <a:custGeom>
            <a:avLst/>
            <a:gdLst>
              <a:gd name="connsiteX0" fmla="*/ 30396 w 1187960"/>
              <a:gd name="connsiteY0" fmla="*/ 339417 h 339417"/>
              <a:gd name="connsiteX1" fmla="*/ 1157564 w 1187960"/>
              <a:gd name="connsiteY1" fmla="*/ 339417 h 339417"/>
              <a:gd name="connsiteX2" fmla="*/ 1187960 w 1187960"/>
              <a:gd name="connsiteY2" fmla="*/ 309021 h 339417"/>
              <a:gd name="connsiteX3" fmla="*/ 1157564 w 1187960"/>
              <a:gd name="connsiteY3" fmla="*/ 278625 h 339417"/>
              <a:gd name="connsiteX4" fmla="*/ 1137302 w 1187960"/>
              <a:gd name="connsiteY4" fmla="*/ 278625 h 339417"/>
              <a:gd name="connsiteX5" fmla="*/ 1005889 w 1187960"/>
              <a:gd name="connsiteY5" fmla="*/ 119049 h 339417"/>
              <a:gd name="connsiteX6" fmla="*/ 967190 w 1187960"/>
              <a:gd name="connsiteY6" fmla="*/ 119049 h 339417"/>
              <a:gd name="connsiteX7" fmla="*/ 972721 w 1187960"/>
              <a:gd name="connsiteY7" fmla="*/ 110845 h 339417"/>
              <a:gd name="connsiteX8" fmla="*/ 978991 w 1187960"/>
              <a:gd name="connsiteY8" fmla="*/ 79788 h 339417"/>
              <a:gd name="connsiteX9" fmla="*/ 899203 w 1187960"/>
              <a:gd name="connsiteY9" fmla="*/ 0 h 339417"/>
              <a:gd name="connsiteX10" fmla="*/ 288757 w 1187960"/>
              <a:gd name="connsiteY10" fmla="*/ 0 h 339417"/>
              <a:gd name="connsiteX11" fmla="*/ 208969 w 1187960"/>
              <a:gd name="connsiteY11" fmla="*/ 79788 h 339417"/>
              <a:gd name="connsiteX12" fmla="*/ 215239 w 1187960"/>
              <a:gd name="connsiteY12" fmla="*/ 110845 h 339417"/>
              <a:gd name="connsiteX13" fmla="*/ 220770 w 1187960"/>
              <a:gd name="connsiteY13" fmla="*/ 119049 h 339417"/>
              <a:gd name="connsiteX14" fmla="*/ 182071 w 1187960"/>
              <a:gd name="connsiteY14" fmla="*/ 119049 h 339417"/>
              <a:gd name="connsiteX15" fmla="*/ 50659 w 1187960"/>
              <a:gd name="connsiteY15" fmla="*/ 278625 h 339417"/>
              <a:gd name="connsiteX16" fmla="*/ 30396 w 1187960"/>
              <a:gd name="connsiteY16" fmla="*/ 278625 h 339417"/>
              <a:gd name="connsiteX17" fmla="*/ 0 w 1187960"/>
              <a:gd name="connsiteY17" fmla="*/ 309021 h 339417"/>
              <a:gd name="connsiteX18" fmla="*/ 30396 w 1187960"/>
              <a:gd name="connsiteY18" fmla="*/ 339417 h 33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87960" h="339417">
                <a:moveTo>
                  <a:pt x="30396" y="339417"/>
                </a:moveTo>
                <a:lnTo>
                  <a:pt x="1157564" y="339417"/>
                </a:lnTo>
                <a:cubicBezTo>
                  <a:pt x="1174351" y="339417"/>
                  <a:pt x="1187960" y="325808"/>
                  <a:pt x="1187960" y="309021"/>
                </a:cubicBezTo>
                <a:cubicBezTo>
                  <a:pt x="1187960" y="292234"/>
                  <a:pt x="1174351" y="278625"/>
                  <a:pt x="1157564" y="278625"/>
                </a:cubicBezTo>
                <a:lnTo>
                  <a:pt x="1137302" y="278625"/>
                </a:lnTo>
                <a:lnTo>
                  <a:pt x="1005889" y="119049"/>
                </a:lnTo>
                <a:lnTo>
                  <a:pt x="967190" y="119049"/>
                </a:lnTo>
                <a:lnTo>
                  <a:pt x="972721" y="110845"/>
                </a:lnTo>
                <a:cubicBezTo>
                  <a:pt x="976759" y="101299"/>
                  <a:pt x="978991" y="90804"/>
                  <a:pt x="978991" y="79788"/>
                </a:cubicBezTo>
                <a:cubicBezTo>
                  <a:pt x="978991" y="35722"/>
                  <a:pt x="943269" y="0"/>
                  <a:pt x="899203" y="0"/>
                </a:cubicBezTo>
                <a:lnTo>
                  <a:pt x="288757" y="0"/>
                </a:lnTo>
                <a:cubicBezTo>
                  <a:pt x="244691" y="0"/>
                  <a:pt x="208969" y="35722"/>
                  <a:pt x="208969" y="79788"/>
                </a:cubicBezTo>
                <a:cubicBezTo>
                  <a:pt x="208969" y="90804"/>
                  <a:pt x="211202" y="101299"/>
                  <a:pt x="215239" y="110845"/>
                </a:cubicBezTo>
                <a:lnTo>
                  <a:pt x="220770" y="119049"/>
                </a:lnTo>
                <a:lnTo>
                  <a:pt x="182071" y="119049"/>
                </a:lnTo>
                <a:lnTo>
                  <a:pt x="50659" y="278625"/>
                </a:lnTo>
                <a:lnTo>
                  <a:pt x="30396" y="278625"/>
                </a:lnTo>
                <a:cubicBezTo>
                  <a:pt x="13609" y="278625"/>
                  <a:pt x="0" y="292234"/>
                  <a:pt x="0" y="309021"/>
                </a:cubicBezTo>
                <a:cubicBezTo>
                  <a:pt x="0" y="325808"/>
                  <a:pt x="13609" y="339417"/>
                  <a:pt x="30396" y="339417"/>
                </a:cubicBez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圆角矩形 48"/>
          <p:cNvSpPr/>
          <p:nvPr/>
        </p:nvSpPr>
        <p:spPr>
          <a:xfrm>
            <a:off x="9562484" y="5592299"/>
            <a:ext cx="1187960" cy="116517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圆角矩形 49"/>
          <p:cNvSpPr/>
          <p:nvPr/>
        </p:nvSpPr>
        <p:spPr>
          <a:xfrm>
            <a:off x="9562484" y="5432723"/>
            <a:ext cx="1187960" cy="116517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圆角矩形 50"/>
          <p:cNvSpPr/>
          <p:nvPr/>
        </p:nvSpPr>
        <p:spPr>
          <a:xfrm>
            <a:off x="9562484" y="5273147"/>
            <a:ext cx="1187960" cy="116517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圆角矩形 51"/>
          <p:cNvSpPr/>
          <p:nvPr/>
        </p:nvSpPr>
        <p:spPr>
          <a:xfrm>
            <a:off x="9562484" y="5113571"/>
            <a:ext cx="1187960" cy="116517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任意多边形 52"/>
          <p:cNvSpPr/>
          <p:nvPr/>
        </p:nvSpPr>
        <p:spPr>
          <a:xfrm rot="10800000" flipV="1">
            <a:off x="8794314" y="2335495"/>
            <a:ext cx="2746536" cy="766496"/>
          </a:xfrm>
          <a:custGeom>
            <a:avLst/>
            <a:gdLst>
              <a:gd name="connsiteX0" fmla="*/ 2801151 w 2801151"/>
              <a:gd name="connsiteY0" fmla="*/ 0 h 766496"/>
              <a:gd name="connsiteX1" fmla="*/ 0 w 2801151"/>
              <a:gd name="connsiteY1" fmla="*/ 335391 h 766496"/>
              <a:gd name="connsiteX2" fmla="*/ 86866 w 2801151"/>
              <a:gd name="connsiteY2" fmla="*/ 622551 h 766496"/>
              <a:gd name="connsiteX3" fmla="*/ 2801151 w 2801151"/>
              <a:gd name="connsiteY3" fmla="*/ 766496 h 766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1151" h="766496">
                <a:moveTo>
                  <a:pt x="2801151" y="0"/>
                </a:moveTo>
                <a:lnTo>
                  <a:pt x="0" y="335391"/>
                </a:lnTo>
                <a:lnTo>
                  <a:pt x="86866" y="622551"/>
                </a:lnTo>
                <a:lnTo>
                  <a:pt x="2801151" y="766496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任意多边形 53"/>
          <p:cNvSpPr/>
          <p:nvPr/>
        </p:nvSpPr>
        <p:spPr>
          <a:xfrm rot="2600785">
            <a:off x="10208844" y="1404184"/>
            <a:ext cx="876009" cy="576268"/>
          </a:xfrm>
          <a:custGeom>
            <a:avLst/>
            <a:gdLst>
              <a:gd name="connsiteX0" fmla="*/ 2923712 w 2923712"/>
              <a:gd name="connsiteY0" fmla="*/ 0 h 781712"/>
              <a:gd name="connsiteX1" fmla="*/ 2811363 w 2923712"/>
              <a:gd name="connsiteY1" fmla="*/ 781712 h 781712"/>
              <a:gd name="connsiteX2" fmla="*/ 86866 w 2923712"/>
              <a:gd name="connsiteY2" fmla="*/ 637226 h 781712"/>
              <a:gd name="connsiteX3" fmla="*/ 0 w 2923712"/>
              <a:gd name="connsiteY3" fmla="*/ 350066 h 78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3712" h="781712">
                <a:moveTo>
                  <a:pt x="2923712" y="0"/>
                </a:moveTo>
                <a:lnTo>
                  <a:pt x="2811363" y="781712"/>
                </a:lnTo>
                <a:lnTo>
                  <a:pt x="86866" y="637226"/>
                </a:lnTo>
                <a:lnTo>
                  <a:pt x="0" y="350066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 54"/>
          <p:cNvSpPr/>
          <p:nvPr/>
        </p:nvSpPr>
        <p:spPr>
          <a:xfrm rot="19540161">
            <a:off x="8705471" y="2528364"/>
            <a:ext cx="2923712" cy="781712"/>
          </a:xfrm>
          <a:custGeom>
            <a:avLst/>
            <a:gdLst>
              <a:gd name="connsiteX0" fmla="*/ 2923712 w 2923712"/>
              <a:gd name="connsiteY0" fmla="*/ 0 h 781712"/>
              <a:gd name="connsiteX1" fmla="*/ 2811363 w 2923712"/>
              <a:gd name="connsiteY1" fmla="*/ 781712 h 781712"/>
              <a:gd name="connsiteX2" fmla="*/ 86866 w 2923712"/>
              <a:gd name="connsiteY2" fmla="*/ 637226 h 781712"/>
              <a:gd name="connsiteX3" fmla="*/ 0 w 2923712"/>
              <a:gd name="connsiteY3" fmla="*/ 350066 h 78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3712" h="781712">
                <a:moveTo>
                  <a:pt x="2923712" y="0"/>
                </a:moveTo>
                <a:lnTo>
                  <a:pt x="2811363" y="781712"/>
                </a:lnTo>
                <a:lnTo>
                  <a:pt x="86866" y="637226"/>
                </a:lnTo>
                <a:lnTo>
                  <a:pt x="0" y="350066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任意多边形 55"/>
          <p:cNvSpPr/>
          <p:nvPr/>
        </p:nvSpPr>
        <p:spPr>
          <a:xfrm rot="1009422">
            <a:off x="8883474" y="3836866"/>
            <a:ext cx="2133105" cy="380129"/>
          </a:xfrm>
          <a:custGeom>
            <a:avLst/>
            <a:gdLst>
              <a:gd name="connsiteX0" fmla="*/ 0 w 2133105"/>
              <a:gd name="connsiteY0" fmla="*/ 180354 h 380129"/>
              <a:gd name="connsiteX1" fmla="*/ 2133105 w 2133105"/>
              <a:gd name="connsiteY1" fmla="*/ 0 h 380129"/>
              <a:gd name="connsiteX2" fmla="*/ 1847871 w 2133105"/>
              <a:gd name="connsiteY2" fmla="*/ 380129 h 380129"/>
              <a:gd name="connsiteX3" fmla="*/ 132140 w 2133105"/>
              <a:gd name="connsiteY3" fmla="*/ 315878 h 380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105" h="380129">
                <a:moveTo>
                  <a:pt x="0" y="180354"/>
                </a:moveTo>
                <a:lnTo>
                  <a:pt x="2133105" y="0"/>
                </a:lnTo>
                <a:lnTo>
                  <a:pt x="1847871" y="380129"/>
                </a:lnTo>
                <a:lnTo>
                  <a:pt x="132140" y="315878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任意多边形 56"/>
          <p:cNvSpPr/>
          <p:nvPr/>
        </p:nvSpPr>
        <p:spPr>
          <a:xfrm rot="19783485">
            <a:off x="9027308" y="3341076"/>
            <a:ext cx="2813669" cy="414220"/>
          </a:xfrm>
          <a:custGeom>
            <a:avLst/>
            <a:gdLst>
              <a:gd name="connsiteX0" fmla="*/ 2813669 w 2813669"/>
              <a:gd name="connsiteY0" fmla="*/ 0 h 414220"/>
              <a:gd name="connsiteX1" fmla="*/ 2541104 w 2813669"/>
              <a:gd name="connsiteY1" fmla="*/ 414220 h 414220"/>
              <a:gd name="connsiteX2" fmla="*/ 77909 w 2813669"/>
              <a:gd name="connsiteY2" fmla="*/ 339594 h 414220"/>
              <a:gd name="connsiteX3" fmla="*/ 0 w 2813669"/>
              <a:gd name="connsiteY3" fmla="*/ 192460 h 414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3669" h="414220">
                <a:moveTo>
                  <a:pt x="2813669" y="0"/>
                </a:moveTo>
                <a:lnTo>
                  <a:pt x="2541104" y="414220"/>
                </a:lnTo>
                <a:lnTo>
                  <a:pt x="77909" y="339594"/>
                </a:lnTo>
                <a:lnTo>
                  <a:pt x="0" y="192460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任意多边形 57"/>
          <p:cNvSpPr/>
          <p:nvPr/>
        </p:nvSpPr>
        <p:spPr>
          <a:xfrm rot="1325021">
            <a:off x="9121274" y="4553491"/>
            <a:ext cx="1703666" cy="163142"/>
          </a:xfrm>
          <a:custGeom>
            <a:avLst/>
            <a:gdLst>
              <a:gd name="connsiteX0" fmla="*/ 0 w 1718891"/>
              <a:gd name="connsiteY0" fmla="*/ 0 h 163142"/>
              <a:gd name="connsiteX1" fmla="*/ 1718891 w 1718891"/>
              <a:gd name="connsiteY1" fmla="*/ 0 h 163142"/>
              <a:gd name="connsiteX2" fmla="*/ 1688795 w 1718891"/>
              <a:gd name="connsiteY2" fmla="*/ 118926 h 163142"/>
              <a:gd name="connsiteX3" fmla="*/ 1679016 w 1718891"/>
              <a:gd name="connsiteY3" fmla="*/ 130381 h 163142"/>
              <a:gd name="connsiteX4" fmla="*/ 484391 w 1718891"/>
              <a:gd name="connsiteY4" fmla="*/ 163142 h 163142"/>
              <a:gd name="connsiteX5" fmla="*/ 121926 w 1718891"/>
              <a:gd name="connsiteY5" fmla="*/ 163142 h 16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8891" h="163142">
                <a:moveTo>
                  <a:pt x="0" y="0"/>
                </a:moveTo>
                <a:lnTo>
                  <a:pt x="1718891" y="0"/>
                </a:lnTo>
                <a:lnTo>
                  <a:pt x="1688795" y="118926"/>
                </a:lnTo>
                <a:lnTo>
                  <a:pt x="1679016" y="130381"/>
                </a:lnTo>
                <a:lnTo>
                  <a:pt x="484391" y="163142"/>
                </a:lnTo>
                <a:lnTo>
                  <a:pt x="121926" y="163142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 58"/>
          <p:cNvSpPr/>
          <p:nvPr/>
        </p:nvSpPr>
        <p:spPr>
          <a:xfrm rot="20441893">
            <a:off x="9370291" y="4425712"/>
            <a:ext cx="1757176" cy="322665"/>
          </a:xfrm>
          <a:custGeom>
            <a:avLst/>
            <a:gdLst>
              <a:gd name="connsiteX0" fmla="*/ 1759448 w 1759448"/>
              <a:gd name="connsiteY0" fmla="*/ 0 h 331019"/>
              <a:gd name="connsiteX1" fmla="*/ 1524819 w 1759448"/>
              <a:gd name="connsiteY1" fmla="*/ 331019 h 331019"/>
              <a:gd name="connsiteX2" fmla="*/ 46507 w 1759448"/>
              <a:gd name="connsiteY2" fmla="*/ 272413 h 331019"/>
              <a:gd name="connsiteX3" fmla="*/ 0 w 1759448"/>
              <a:gd name="connsiteY3" fmla="*/ 157482 h 33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9448" h="331019">
                <a:moveTo>
                  <a:pt x="1759448" y="0"/>
                </a:moveTo>
                <a:lnTo>
                  <a:pt x="1524819" y="331019"/>
                </a:lnTo>
                <a:lnTo>
                  <a:pt x="46507" y="272413"/>
                </a:lnTo>
                <a:lnTo>
                  <a:pt x="0" y="157482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任意多边形 59"/>
          <p:cNvSpPr/>
          <p:nvPr/>
        </p:nvSpPr>
        <p:spPr>
          <a:xfrm>
            <a:off x="9415872" y="4876426"/>
            <a:ext cx="1393494" cy="123956"/>
          </a:xfrm>
          <a:custGeom>
            <a:avLst/>
            <a:gdLst>
              <a:gd name="connsiteX0" fmla="*/ 0 w 1403932"/>
              <a:gd name="connsiteY0" fmla="*/ 0 h 102584"/>
              <a:gd name="connsiteX1" fmla="*/ 1403932 w 1403932"/>
              <a:gd name="connsiteY1" fmla="*/ 0 h 102584"/>
              <a:gd name="connsiteX2" fmla="*/ 1403932 w 1403932"/>
              <a:gd name="connsiteY2" fmla="*/ 5111 h 102584"/>
              <a:gd name="connsiteX3" fmla="*/ 1299756 w 1403932"/>
              <a:gd name="connsiteY3" fmla="*/ 102584 h 102584"/>
              <a:gd name="connsiteX4" fmla="*/ 95984 w 1403932"/>
              <a:gd name="connsiteY4" fmla="*/ 102584 h 102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3932" h="102584">
                <a:moveTo>
                  <a:pt x="0" y="0"/>
                </a:moveTo>
                <a:lnTo>
                  <a:pt x="1403932" y="0"/>
                </a:lnTo>
                <a:lnTo>
                  <a:pt x="1403932" y="5111"/>
                </a:lnTo>
                <a:lnTo>
                  <a:pt x="1299756" y="102584"/>
                </a:lnTo>
                <a:lnTo>
                  <a:pt x="95984" y="102584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梯形 22"/>
          <p:cNvSpPr/>
          <p:nvPr/>
        </p:nvSpPr>
        <p:spPr>
          <a:xfrm rot="18771027">
            <a:off x="8207295" y="1769088"/>
            <a:ext cx="2364335" cy="552641"/>
          </a:xfrm>
          <a:prstGeom prst="trapezoid">
            <a:avLst>
              <a:gd name="adj" fmla="val 98312"/>
            </a:avLst>
          </a:pr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64376" y="3176477"/>
            <a:ext cx="6856125" cy="1350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知乎大咖：校园招聘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】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抛开书面语言，其实校园招聘就是公司对应届毕业生的统一招聘。不管是本科生、研究生、博士生，只要你是符合毕业时间要求的学生，符合企业招聘条件的，就可以参加校园招聘。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64376" y="4551252"/>
            <a:ext cx="6744425" cy="102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学生留言：校园招聘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】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校园招聘很简单，就是网上投递简历、线上笔试、面试，按照公司的流程一路走下来，</a:t>
            </a:r>
            <a:r>
              <a:rPr lang="zh-CN" altLang="en-US" sz="1400" dirty="0">
                <a:solidFill>
                  <a:srgbClr val="FF0000"/>
                </a:solidFill>
                <a:cs typeface="+mn-ea"/>
                <a:sym typeface="+mn-lt"/>
              </a:rPr>
              <a:t>面试官就像“怪兽”，一路通关打怪兽，面上了就是通关了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666993" y="692150"/>
            <a:ext cx="3380020" cy="58734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什么是校园招聘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2" name="圆角矩形 31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34B2E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文本框 20"/>
          <p:cNvSpPr txBox="1"/>
          <p:nvPr/>
        </p:nvSpPr>
        <p:spPr>
          <a:xfrm>
            <a:off x="1513840" y="4257675"/>
            <a:ext cx="1482725" cy="1193800"/>
          </a:xfrm>
          <a:prstGeom prst="rect">
            <a:avLst/>
          </a:prstGeom>
          <a:noFill/>
        </p:spPr>
        <p:txBody>
          <a:bodyPr wrap="square" tIns="0" rtlCol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提供优质劳动力，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解决学生就业；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推出产品接受社会和市场的检验；</a:t>
            </a:r>
            <a:endParaRPr lang="en-US" altLang="zh-CN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学生有序流动。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34" name="文本框 22"/>
          <p:cNvSpPr txBox="1"/>
          <p:nvPr/>
        </p:nvSpPr>
        <p:spPr>
          <a:xfrm>
            <a:off x="1513840" y="3795395"/>
            <a:ext cx="1482725" cy="453390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1F74A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Arial" panose="020B0604020202090204" pitchFamily="34" charset="0"/>
              </a:rPr>
              <a:t>学校</a:t>
            </a:r>
            <a:endParaRPr lang="zh-CN" altLang="en-US" sz="2000" b="1" spc="300" dirty="0">
              <a:solidFill>
                <a:srgbClr val="1F74AD"/>
              </a:solidFill>
              <a:latin typeface="Arial" panose="020B0604020202090204" pitchFamily="34" charset="0"/>
              <a:ea typeface="微软雅黑" panose="020B0503020204020204" pitchFamily="3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35" name="文本框 3"/>
          <p:cNvSpPr txBox="1"/>
          <p:nvPr/>
        </p:nvSpPr>
        <p:spPr>
          <a:xfrm>
            <a:off x="3140075" y="4257675"/>
            <a:ext cx="1562735" cy="1193800"/>
          </a:xfrm>
          <a:prstGeom prst="rect">
            <a:avLst/>
          </a:prstGeom>
          <a:noFill/>
        </p:spPr>
        <p:txBody>
          <a:bodyPr wrap="square" tIns="0" rtlCol="0">
            <a:normAutofit fontScale="87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获取优质劳动力；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打造自身人才队伍，实现企业造血；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人才替换，降低人工成本。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36" name="文本框 24"/>
          <p:cNvSpPr txBox="1"/>
          <p:nvPr/>
        </p:nvSpPr>
        <p:spPr>
          <a:xfrm>
            <a:off x="3140075" y="3795395"/>
            <a:ext cx="1482725" cy="453390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3498D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Arial" panose="020B0604020202090204" pitchFamily="34" charset="0"/>
              </a:rPr>
              <a:t>企业</a:t>
            </a:r>
            <a:endParaRPr lang="zh-CN" altLang="en-US" sz="2000" b="1" spc="300" dirty="0">
              <a:solidFill>
                <a:srgbClr val="3498DB"/>
              </a:solidFill>
              <a:latin typeface="Arial" panose="020B0604020202090204" pitchFamily="34" charset="0"/>
              <a:ea typeface="微软雅黑" panose="020B0503020204020204" pitchFamily="3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37" name="文本框 25"/>
          <p:cNvSpPr txBox="1"/>
          <p:nvPr/>
        </p:nvSpPr>
        <p:spPr>
          <a:xfrm>
            <a:off x="4765675" y="4257675"/>
            <a:ext cx="1482725" cy="1193800"/>
          </a:xfrm>
          <a:prstGeom prst="rect">
            <a:avLst/>
          </a:prstGeom>
          <a:noFill/>
        </p:spPr>
        <p:txBody>
          <a:bodyPr wrap="square" tIns="0" rtlCol="0">
            <a:normAutofit fontScale="9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步入职场，自力更生，实现谋生；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spc="150" dirty="0">
                <a:solidFill>
                  <a:sysClr val="window" lastClr="FFFFFF">
                    <a:lumMod val="50000"/>
                  </a:sysClr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实现自己的理想和抱负，实现个人价值</a:t>
            </a:r>
            <a:endParaRPr lang="zh-CN" altLang="en-US" sz="1400" spc="150" dirty="0">
              <a:solidFill>
                <a:sysClr val="window" lastClr="FFFFFF">
                  <a:lumMod val="50000"/>
                </a:sysClr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38" name="文本框 26"/>
          <p:cNvSpPr txBox="1"/>
          <p:nvPr/>
        </p:nvSpPr>
        <p:spPr>
          <a:xfrm>
            <a:off x="4765675" y="3795395"/>
            <a:ext cx="1482725" cy="453390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000" b="1" spc="300" dirty="0">
                <a:solidFill>
                  <a:srgbClr val="1AA3AA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Arial" panose="020B0604020202090204" pitchFamily="34" charset="0"/>
              </a:rPr>
              <a:t>学生</a:t>
            </a:r>
            <a:endParaRPr lang="zh-CN" altLang="en-US" sz="2000" b="1" spc="300" dirty="0">
              <a:solidFill>
                <a:srgbClr val="1AA3AA"/>
              </a:solidFill>
              <a:latin typeface="Arial" panose="020B0604020202090204" pitchFamily="34" charset="0"/>
              <a:ea typeface="微软雅黑" panose="020B0503020204020204" pitchFamily="3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39" name="Title 12"/>
          <p:cNvSpPr>
            <a:spLocks noGrp="1"/>
          </p:cNvSpPr>
          <p:nvPr/>
        </p:nvSpPr>
        <p:spPr>
          <a:xfrm>
            <a:off x="592051" y="1794367"/>
            <a:ext cx="5099050" cy="1125538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zh-CN" altLang="en-US" sz="3600" spc="30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校园招聘</a:t>
            </a:r>
            <a:endParaRPr lang="zh-CN" altLang="en-US" sz="3600" spc="30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399137" y="3204957"/>
            <a:ext cx="5098892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学校、企业、学生的和谐共生的</a:t>
            </a:r>
            <a:r>
              <a:rPr lang="en-US" altLang="zh-CN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圆舞曲</a:t>
            </a:r>
            <a:r>
              <a:rPr lang="en-US" altLang="zh-CN" spc="15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pc="15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1398875" y="3079159"/>
            <a:ext cx="3447676" cy="106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2" name="Freeform 134"/>
          <p:cNvSpPr/>
          <p:nvPr/>
        </p:nvSpPr>
        <p:spPr bwMode="auto">
          <a:xfrm>
            <a:off x="6904076" y="1215648"/>
            <a:ext cx="2634897" cy="3212692"/>
          </a:xfrm>
          <a:custGeom>
            <a:avLst/>
            <a:gdLst>
              <a:gd name="T0" fmla="*/ 1201 w 1217"/>
              <a:gd name="T1" fmla="*/ 260 h 1474"/>
              <a:gd name="T2" fmla="*/ 912 w 1217"/>
              <a:gd name="T3" fmla="*/ 1 h 1474"/>
              <a:gd name="T4" fmla="*/ 691 w 1217"/>
              <a:gd name="T5" fmla="*/ 47 h 1474"/>
              <a:gd name="T6" fmla="*/ 521 w 1217"/>
              <a:gd name="T7" fmla="*/ 123 h 1474"/>
              <a:gd name="T8" fmla="*/ 354 w 1217"/>
              <a:gd name="T9" fmla="*/ 242 h 1474"/>
              <a:gd name="T10" fmla="*/ 271 w 1217"/>
              <a:gd name="T11" fmla="*/ 324 h 1474"/>
              <a:gd name="T12" fmla="*/ 198 w 1217"/>
              <a:gd name="T13" fmla="*/ 414 h 1474"/>
              <a:gd name="T14" fmla="*/ 59 w 1217"/>
              <a:gd name="T15" fmla="*/ 681 h 1474"/>
              <a:gd name="T16" fmla="*/ 13 w 1217"/>
              <a:gd name="T17" fmla="*/ 867 h 1474"/>
              <a:gd name="T18" fmla="*/ 11 w 1217"/>
              <a:gd name="T19" fmla="*/ 1137 h 1474"/>
              <a:gd name="T20" fmla="*/ 109 w 1217"/>
              <a:gd name="T21" fmla="*/ 1469 h 1474"/>
              <a:gd name="T22" fmla="*/ 114 w 1217"/>
              <a:gd name="T23" fmla="*/ 1473 h 1474"/>
              <a:gd name="T24" fmla="*/ 283 w 1217"/>
              <a:gd name="T25" fmla="*/ 1180 h 1474"/>
              <a:gd name="T26" fmla="*/ 622 w 1217"/>
              <a:gd name="T27" fmla="*/ 1159 h 1474"/>
              <a:gd name="T28" fmla="*/ 619 w 1217"/>
              <a:gd name="T29" fmla="*/ 1146 h 1474"/>
              <a:gd name="T30" fmla="*/ 604 w 1217"/>
              <a:gd name="T31" fmla="*/ 952 h 1474"/>
              <a:gd name="T32" fmla="*/ 950 w 1217"/>
              <a:gd name="T33" fmla="*/ 593 h 1474"/>
              <a:gd name="T34" fmla="*/ 1032 w 1217"/>
              <a:gd name="T35" fmla="*/ 568 h 1474"/>
              <a:gd name="T36" fmla="*/ 1201 w 1217"/>
              <a:gd name="T37" fmla="*/ 260 h 1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17" h="1474">
                <a:moveTo>
                  <a:pt x="1201" y="260"/>
                </a:moveTo>
                <a:cubicBezTo>
                  <a:pt x="1183" y="118"/>
                  <a:pt x="1063" y="3"/>
                  <a:pt x="912" y="1"/>
                </a:cubicBezTo>
                <a:cubicBezTo>
                  <a:pt x="835" y="0"/>
                  <a:pt x="763" y="23"/>
                  <a:pt x="691" y="47"/>
                </a:cubicBezTo>
                <a:cubicBezTo>
                  <a:pt x="632" y="66"/>
                  <a:pt x="576" y="92"/>
                  <a:pt x="521" y="123"/>
                </a:cubicBezTo>
                <a:cubicBezTo>
                  <a:pt x="461" y="156"/>
                  <a:pt x="406" y="197"/>
                  <a:pt x="354" y="242"/>
                </a:cubicBezTo>
                <a:cubicBezTo>
                  <a:pt x="324" y="267"/>
                  <a:pt x="296" y="295"/>
                  <a:pt x="271" y="324"/>
                </a:cubicBezTo>
                <a:cubicBezTo>
                  <a:pt x="245" y="354"/>
                  <a:pt x="220" y="383"/>
                  <a:pt x="198" y="414"/>
                </a:cubicBezTo>
                <a:cubicBezTo>
                  <a:pt x="138" y="496"/>
                  <a:pt x="91" y="585"/>
                  <a:pt x="59" y="681"/>
                </a:cubicBezTo>
                <a:cubicBezTo>
                  <a:pt x="38" y="742"/>
                  <a:pt x="22" y="803"/>
                  <a:pt x="13" y="867"/>
                </a:cubicBezTo>
                <a:cubicBezTo>
                  <a:pt x="2" y="957"/>
                  <a:pt x="0" y="1047"/>
                  <a:pt x="11" y="1137"/>
                </a:cubicBezTo>
                <a:cubicBezTo>
                  <a:pt x="25" y="1253"/>
                  <a:pt x="58" y="1364"/>
                  <a:pt x="109" y="1469"/>
                </a:cubicBezTo>
                <a:cubicBezTo>
                  <a:pt x="110" y="1471"/>
                  <a:pt x="110" y="1474"/>
                  <a:pt x="114" y="1473"/>
                </a:cubicBezTo>
                <a:cubicBezTo>
                  <a:pt x="121" y="1347"/>
                  <a:pt x="175" y="1247"/>
                  <a:pt x="283" y="1180"/>
                </a:cubicBezTo>
                <a:cubicBezTo>
                  <a:pt x="391" y="1113"/>
                  <a:pt x="506" y="1110"/>
                  <a:pt x="622" y="1159"/>
                </a:cubicBezTo>
                <a:cubicBezTo>
                  <a:pt x="623" y="1154"/>
                  <a:pt x="621" y="1150"/>
                  <a:pt x="619" y="1146"/>
                </a:cubicBezTo>
                <a:cubicBezTo>
                  <a:pt x="600" y="1082"/>
                  <a:pt x="594" y="1018"/>
                  <a:pt x="604" y="952"/>
                </a:cubicBezTo>
                <a:cubicBezTo>
                  <a:pt x="632" y="770"/>
                  <a:pt x="770" y="627"/>
                  <a:pt x="950" y="593"/>
                </a:cubicBezTo>
                <a:cubicBezTo>
                  <a:pt x="978" y="588"/>
                  <a:pt x="1006" y="581"/>
                  <a:pt x="1032" y="568"/>
                </a:cubicBezTo>
                <a:cubicBezTo>
                  <a:pt x="1151" y="511"/>
                  <a:pt x="1217" y="390"/>
                  <a:pt x="1201" y="260"/>
                </a:cubicBezTo>
                <a:close/>
              </a:path>
            </a:pathLst>
          </a:custGeom>
          <a:solidFill>
            <a:srgbClr val="1AA3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135"/>
          <p:cNvSpPr/>
          <p:nvPr/>
        </p:nvSpPr>
        <p:spPr bwMode="auto">
          <a:xfrm>
            <a:off x="7169037" y="3725099"/>
            <a:ext cx="3783065" cy="1917253"/>
          </a:xfrm>
          <a:custGeom>
            <a:avLst/>
            <a:gdLst>
              <a:gd name="T0" fmla="*/ 154 w 1751"/>
              <a:gd name="T1" fmla="*/ 82 h 884"/>
              <a:gd name="T2" fmla="*/ 74 w 1751"/>
              <a:gd name="T3" fmla="*/ 462 h 884"/>
              <a:gd name="T4" fmla="*/ 224 w 1751"/>
              <a:gd name="T5" fmla="*/ 630 h 884"/>
              <a:gd name="T6" fmla="*/ 375 w 1751"/>
              <a:gd name="T7" fmla="*/ 739 h 884"/>
              <a:gd name="T8" fmla="*/ 562 w 1751"/>
              <a:gd name="T9" fmla="*/ 825 h 884"/>
              <a:gd name="T10" fmla="*/ 675 w 1751"/>
              <a:gd name="T11" fmla="*/ 856 h 884"/>
              <a:gd name="T12" fmla="*/ 789 w 1751"/>
              <a:gd name="T13" fmla="*/ 874 h 884"/>
              <a:gd name="T14" fmla="*/ 1090 w 1751"/>
              <a:gd name="T15" fmla="*/ 861 h 884"/>
              <a:gd name="T16" fmla="*/ 1274 w 1751"/>
              <a:gd name="T17" fmla="*/ 807 h 884"/>
              <a:gd name="T18" fmla="*/ 1509 w 1751"/>
              <a:gd name="T19" fmla="*/ 674 h 884"/>
              <a:gd name="T20" fmla="*/ 1747 w 1751"/>
              <a:gd name="T21" fmla="*/ 423 h 884"/>
              <a:gd name="T22" fmla="*/ 1749 w 1751"/>
              <a:gd name="T23" fmla="*/ 417 h 884"/>
              <a:gd name="T24" fmla="*/ 1410 w 1751"/>
              <a:gd name="T25" fmla="*/ 417 h 884"/>
              <a:gd name="T26" fmla="*/ 1222 w 1751"/>
              <a:gd name="T27" fmla="*/ 134 h 884"/>
              <a:gd name="T28" fmla="*/ 1212 w 1751"/>
              <a:gd name="T29" fmla="*/ 143 h 884"/>
              <a:gd name="T30" fmla="*/ 1052 w 1751"/>
              <a:gd name="T31" fmla="*/ 253 h 884"/>
              <a:gd name="T32" fmla="*/ 568 w 1751"/>
              <a:gd name="T33" fmla="*/ 133 h 884"/>
              <a:gd name="T34" fmla="*/ 505 w 1751"/>
              <a:gd name="T35" fmla="*/ 74 h 884"/>
              <a:gd name="T36" fmla="*/ 154 w 1751"/>
              <a:gd name="T37" fmla="*/ 82 h 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751" h="884">
                <a:moveTo>
                  <a:pt x="154" y="82"/>
                </a:moveTo>
                <a:cubicBezTo>
                  <a:pt x="39" y="169"/>
                  <a:pt x="0" y="330"/>
                  <a:pt x="74" y="462"/>
                </a:cubicBezTo>
                <a:cubicBezTo>
                  <a:pt x="112" y="529"/>
                  <a:pt x="168" y="580"/>
                  <a:pt x="224" y="630"/>
                </a:cubicBezTo>
                <a:cubicBezTo>
                  <a:pt x="271" y="672"/>
                  <a:pt x="321" y="707"/>
                  <a:pt x="375" y="739"/>
                </a:cubicBezTo>
                <a:cubicBezTo>
                  <a:pt x="434" y="775"/>
                  <a:pt x="497" y="802"/>
                  <a:pt x="562" y="825"/>
                </a:cubicBezTo>
                <a:cubicBezTo>
                  <a:pt x="599" y="837"/>
                  <a:pt x="636" y="848"/>
                  <a:pt x="675" y="856"/>
                </a:cubicBezTo>
                <a:cubicBezTo>
                  <a:pt x="713" y="863"/>
                  <a:pt x="751" y="870"/>
                  <a:pt x="789" y="874"/>
                </a:cubicBezTo>
                <a:cubicBezTo>
                  <a:pt x="890" y="884"/>
                  <a:pt x="990" y="880"/>
                  <a:pt x="1090" y="861"/>
                </a:cubicBezTo>
                <a:cubicBezTo>
                  <a:pt x="1153" y="848"/>
                  <a:pt x="1214" y="832"/>
                  <a:pt x="1274" y="807"/>
                </a:cubicBezTo>
                <a:cubicBezTo>
                  <a:pt x="1357" y="772"/>
                  <a:pt x="1436" y="729"/>
                  <a:pt x="1509" y="674"/>
                </a:cubicBezTo>
                <a:cubicBezTo>
                  <a:pt x="1602" y="604"/>
                  <a:pt x="1682" y="520"/>
                  <a:pt x="1747" y="423"/>
                </a:cubicBezTo>
                <a:cubicBezTo>
                  <a:pt x="1748" y="422"/>
                  <a:pt x="1751" y="420"/>
                  <a:pt x="1749" y="417"/>
                </a:cubicBezTo>
                <a:cubicBezTo>
                  <a:pt x="1635" y="474"/>
                  <a:pt x="1522" y="477"/>
                  <a:pt x="1410" y="417"/>
                </a:cubicBezTo>
                <a:cubicBezTo>
                  <a:pt x="1298" y="357"/>
                  <a:pt x="1238" y="259"/>
                  <a:pt x="1222" y="134"/>
                </a:cubicBezTo>
                <a:cubicBezTo>
                  <a:pt x="1217" y="135"/>
                  <a:pt x="1215" y="140"/>
                  <a:pt x="1212" y="143"/>
                </a:cubicBezTo>
                <a:cubicBezTo>
                  <a:pt x="1167" y="191"/>
                  <a:pt x="1114" y="229"/>
                  <a:pt x="1052" y="253"/>
                </a:cubicBezTo>
                <a:cubicBezTo>
                  <a:pt x="880" y="320"/>
                  <a:pt x="688" y="272"/>
                  <a:pt x="568" y="133"/>
                </a:cubicBezTo>
                <a:cubicBezTo>
                  <a:pt x="549" y="111"/>
                  <a:pt x="529" y="90"/>
                  <a:pt x="505" y="74"/>
                </a:cubicBezTo>
                <a:cubicBezTo>
                  <a:pt x="396" y="0"/>
                  <a:pt x="259" y="3"/>
                  <a:pt x="154" y="82"/>
                </a:cubicBezTo>
                <a:close/>
              </a:path>
            </a:pathLst>
          </a:custGeom>
          <a:solidFill>
            <a:srgbClr val="3498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136"/>
          <p:cNvSpPr/>
          <p:nvPr/>
        </p:nvSpPr>
        <p:spPr bwMode="auto">
          <a:xfrm>
            <a:off x="9222494" y="1215648"/>
            <a:ext cx="2090255" cy="3501393"/>
          </a:xfrm>
          <a:custGeom>
            <a:avLst/>
            <a:gdLst>
              <a:gd name="T0" fmla="*/ 508 w 967"/>
              <a:gd name="T1" fmla="*/ 1552 h 1607"/>
              <a:gd name="T2" fmla="*/ 877 w 967"/>
              <a:gd name="T3" fmla="*/ 1431 h 1607"/>
              <a:gd name="T4" fmla="*/ 947 w 967"/>
              <a:gd name="T5" fmla="*/ 1216 h 1607"/>
              <a:gd name="T6" fmla="*/ 966 w 967"/>
              <a:gd name="T7" fmla="*/ 1032 h 1607"/>
              <a:gd name="T8" fmla="*/ 947 w 967"/>
              <a:gd name="T9" fmla="*/ 827 h 1607"/>
              <a:gd name="T10" fmla="*/ 917 w 967"/>
              <a:gd name="T11" fmla="*/ 714 h 1607"/>
              <a:gd name="T12" fmla="*/ 876 w 967"/>
              <a:gd name="T13" fmla="*/ 605 h 1607"/>
              <a:gd name="T14" fmla="*/ 714 w 967"/>
              <a:gd name="T15" fmla="*/ 352 h 1607"/>
              <a:gd name="T16" fmla="*/ 575 w 967"/>
              <a:gd name="T17" fmla="*/ 219 h 1607"/>
              <a:gd name="T18" fmla="*/ 343 w 967"/>
              <a:gd name="T19" fmla="*/ 82 h 1607"/>
              <a:gd name="T20" fmla="*/ 7 w 967"/>
              <a:gd name="T21" fmla="*/ 1 h 1607"/>
              <a:gd name="T22" fmla="*/ 0 w 967"/>
              <a:gd name="T23" fmla="*/ 3 h 1607"/>
              <a:gd name="T24" fmla="*/ 170 w 967"/>
              <a:gd name="T25" fmla="*/ 297 h 1607"/>
              <a:gd name="T26" fmla="*/ 18 w 967"/>
              <a:gd name="T27" fmla="*/ 601 h 1607"/>
              <a:gd name="T28" fmla="*/ 31 w 967"/>
              <a:gd name="T29" fmla="*/ 605 h 1607"/>
              <a:gd name="T30" fmla="*/ 207 w 967"/>
              <a:gd name="T31" fmla="*/ 689 h 1607"/>
              <a:gd name="T32" fmla="*/ 344 w 967"/>
              <a:gd name="T33" fmla="*/ 1167 h 1607"/>
              <a:gd name="T34" fmla="*/ 325 w 967"/>
              <a:gd name="T35" fmla="*/ 1252 h 1607"/>
              <a:gd name="T36" fmla="*/ 508 w 967"/>
              <a:gd name="T37" fmla="*/ 1552 h 1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67" h="1607">
                <a:moveTo>
                  <a:pt x="508" y="1552"/>
                </a:moveTo>
                <a:cubicBezTo>
                  <a:pt x="640" y="1607"/>
                  <a:pt x="799" y="1561"/>
                  <a:pt x="877" y="1431"/>
                </a:cubicBezTo>
                <a:cubicBezTo>
                  <a:pt x="916" y="1365"/>
                  <a:pt x="932" y="1290"/>
                  <a:pt x="947" y="1216"/>
                </a:cubicBezTo>
                <a:cubicBezTo>
                  <a:pt x="960" y="1156"/>
                  <a:pt x="965" y="1094"/>
                  <a:pt x="966" y="1032"/>
                </a:cubicBezTo>
                <a:cubicBezTo>
                  <a:pt x="967" y="963"/>
                  <a:pt x="960" y="894"/>
                  <a:pt x="947" y="827"/>
                </a:cubicBezTo>
                <a:cubicBezTo>
                  <a:pt x="939" y="789"/>
                  <a:pt x="930" y="751"/>
                  <a:pt x="917" y="714"/>
                </a:cubicBezTo>
                <a:cubicBezTo>
                  <a:pt x="904" y="677"/>
                  <a:pt x="891" y="641"/>
                  <a:pt x="876" y="605"/>
                </a:cubicBezTo>
                <a:cubicBezTo>
                  <a:pt x="834" y="513"/>
                  <a:pt x="781" y="428"/>
                  <a:pt x="714" y="352"/>
                </a:cubicBezTo>
                <a:cubicBezTo>
                  <a:pt x="672" y="304"/>
                  <a:pt x="627" y="259"/>
                  <a:pt x="575" y="219"/>
                </a:cubicBezTo>
                <a:cubicBezTo>
                  <a:pt x="503" y="165"/>
                  <a:pt x="427" y="118"/>
                  <a:pt x="343" y="82"/>
                </a:cubicBezTo>
                <a:cubicBezTo>
                  <a:pt x="235" y="36"/>
                  <a:pt x="123" y="9"/>
                  <a:pt x="7" y="1"/>
                </a:cubicBezTo>
                <a:cubicBezTo>
                  <a:pt x="5" y="1"/>
                  <a:pt x="1" y="0"/>
                  <a:pt x="0" y="3"/>
                </a:cubicBezTo>
                <a:cubicBezTo>
                  <a:pt x="106" y="73"/>
                  <a:pt x="166" y="170"/>
                  <a:pt x="170" y="297"/>
                </a:cubicBezTo>
                <a:cubicBezTo>
                  <a:pt x="174" y="424"/>
                  <a:pt x="119" y="524"/>
                  <a:pt x="18" y="601"/>
                </a:cubicBezTo>
                <a:cubicBezTo>
                  <a:pt x="22" y="605"/>
                  <a:pt x="27" y="604"/>
                  <a:pt x="31" y="605"/>
                </a:cubicBezTo>
                <a:cubicBezTo>
                  <a:pt x="96" y="620"/>
                  <a:pt x="155" y="647"/>
                  <a:pt x="207" y="689"/>
                </a:cubicBezTo>
                <a:cubicBezTo>
                  <a:pt x="350" y="804"/>
                  <a:pt x="405" y="994"/>
                  <a:pt x="344" y="1167"/>
                </a:cubicBezTo>
                <a:cubicBezTo>
                  <a:pt x="335" y="1195"/>
                  <a:pt x="327" y="1223"/>
                  <a:pt x="325" y="1252"/>
                </a:cubicBezTo>
                <a:cubicBezTo>
                  <a:pt x="315" y="1383"/>
                  <a:pt x="387" y="1500"/>
                  <a:pt x="508" y="1552"/>
                </a:cubicBezTo>
                <a:close/>
              </a:path>
            </a:pathLst>
          </a:custGeom>
          <a:solidFill>
            <a:srgbClr val="1F74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Текст 12"/>
          <p:cNvSpPr txBox="1"/>
          <p:nvPr/>
        </p:nvSpPr>
        <p:spPr>
          <a:xfrm>
            <a:off x="7944631" y="4957527"/>
            <a:ext cx="1893312" cy="553704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Light" charset="0"/>
              </a:rPr>
              <a:t>企业</a:t>
            </a:r>
            <a:endParaRPr lang="zh-CN" altLang="en-US" sz="1800" b="1" spc="30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Light" charset="0"/>
            </a:endParaRPr>
          </a:p>
        </p:txBody>
      </p:sp>
      <p:sp>
        <p:nvSpPr>
          <p:cNvPr id="46" name="Текст 12"/>
          <p:cNvSpPr txBox="1"/>
          <p:nvPr/>
        </p:nvSpPr>
        <p:spPr>
          <a:xfrm>
            <a:off x="6737596" y="2651211"/>
            <a:ext cx="1893312" cy="553704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Light" charset="0"/>
              </a:rPr>
              <a:t>学校</a:t>
            </a:r>
            <a:endParaRPr lang="zh-CN" altLang="en-US" sz="1800" b="1" spc="30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Light" charset="0"/>
            </a:endParaRPr>
          </a:p>
        </p:txBody>
      </p:sp>
      <p:sp>
        <p:nvSpPr>
          <p:cNvPr id="47" name="Текст 12"/>
          <p:cNvSpPr txBox="1"/>
          <p:nvPr/>
        </p:nvSpPr>
        <p:spPr>
          <a:xfrm>
            <a:off x="9695714" y="2979339"/>
            <a:ext cx="1904235" cy="550528"/>
          </a:xfrm>
          <a:prstGeom prst="rect">
            <a:avLst/>
          </a:prstGeom>
        </p:spPr>
        <p:txBody>
          <a:bodyPr/>
          <a:lstStyle>
            <a:lvl1pPr marL="0" indent="0" algn="l" defTabSz="2438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90204" pitchFamily="34" charset="0"/>
              <a:buNone/>
              <a:defRPr sz="2000" kern="1200" baseline="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1pPr>
            <a:lvl2pPr marL="1981200" indent="-7620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2pPr>
            <a:lvl3pPr marL="30480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3pPr>
            <a:lvl4pPr marL="42672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4pPr>
            <a:lvl5pPr marL="5486400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400" kern="1200">
                <a:solidFill>
                  <a:srgbClr val="4D576B"/>
                </a:solidFill>
                <a:latin typeface="Aller Light" panose="02000503000000020004" pitchFamily="2" charset="0"/>
                <a:ea typeface="+mn-ea"/>
                <a:cs typeface="+mn-cs"/>
              </a:defRPr>
            </a:lvl5pPr>
            <a:lvl6pPr marL="67062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79254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91446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10363835" indent="-609600" algn="l" defTabSz="2438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53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spc="30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Light" charset="0"/>
              </a:rPr>
              <a:t>学生</a:t>
            </a:r>
            <a:endParaRPr lang="zh-CN" altLang="en-US" sz="1800" b="1" spc="30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Light" charset="0"/>
            </a:endParaRPr>
          </a:p>
        </p:txBody>
      </p:sp>
      <p:sp>
        <p:nvSpPr>
          <p:cNvPr id="48" name="Freeform 286"/>
          <p:cNvSpPr>
            <a:spLocks noEditPoints="1"/>
          </p:cNvSpPr>
          <p:nvPr/>
        </p:nvSpPr>
        <p:spPr bwMode="auto">
          <a:xfrm>
            <a:off x="10343613" y="2339686"/>
            <a:ext cx="527156" cy="528408"/>
          </a:xfrm>
          <a:custGeom>
            <a:avLst/>
            <a:gdLst>
              <a:gd name="T0" fmla="*/ 11438 w 16419"/>
              <a:gd name="T1" fmla="*/ 11992 h 16036"/>
              <a:gd name="T2" fmla="*/ 12051 w 16419"/>
              <a:gd name="T3" fmla="*/ 9611 h 16036"/>
              <a:gd name="T4" fmla="*/ 15080 w 16419"/>
              <a:gd name="T5" fmla="*/ 9931 h 16036"/>
              <a:gd name="T6" fmla="*/ 13248 w 16419"/>
              <a:gd name="T7" fmla="*/ 12967 h 16036"/>
              <a:gd name="T8" fmla="*/ 4590 w 16419"/>
              <a:gd name="T9" fmla="*/ 10655 h 16036"/>
              <a:gd name="T10" fmla="*/ 4429 w 16419"/>
              <a:gd name="T11" fmla="*/ 12231 h 16036"/>
              <a:gd name="T12" fmla="*/ 2147 w 16419"/>
              <a:gd name="T13" fmla="*/ 11712 h 16036"/>
              <a:gd name="T14" fmla="*/ 1073 w 16419"/>
              <a:gd name="T15" fmla="*/ 8277 h 16036"/>
              <a:gd name="T16" fmla="*/ 4139 w 16419"/>
              <a:gd name="T17" fmla="*/ 4183 h 16036"/>
              <a:gd name="T18" fmla="*/ 4533 w 16419"/>
              <a:gd name="T19" fmla="*/ 5582 h 16036"/>
              <a:gd name="T20" fmla="*/ 1073 w 16419"/>
              <a:gd name="T21" fmla="*/ 7759 h 16036"/>
              <a:gd name="T22" fmla="*/ 1997 w 16419"/>
              <a:gd name="T23" fmla="*/ 4578 h 16036"/>
              <a:gd name="T24" fmla="*/ 9313 w 16419"/>
              <a:gd name="T25" fmla="*/ 5095 h 16036"/>
              <a:gd name="T26" fmla="*/ 11066 w 16419"/>
              <a:gd name="T27" fmla="*/ 4695 h 16036"/>
              <a:gd name="T28" fmla="*/ 11565 w 16419"/>
              <a:gd name="T29" fmla="*/ 6759 h 16036"/>
              <a:gd name="T30" fmla="*/ 10152 w 16419"/>
              <a:gd name="T31" fmla="*/ 11598 h 16036"/>
              <a:gd name="T32" fmla="*/ 8474 w 16419"/>
              <a:gd name="T33" fmla="*/ 11394 h 16036"/>
              <a:gd name="T34" fmla="*/ 11313 w 16419"/>
              <a:gd name="T35" fmla="*/ 10543 h 16036"/>
              <a:gd name="T36" fmla="*/ 12142 w 16419"/>
              <a:gd name="T37" fmla="*/ 12889 h 16036"/>
              <a:gd name="T38" fmla="*/ 11354 w 16419"/>
              <a:gd name="T39" fmla="*/ 14282 h 16036"/>
              <a:gd name="T40" fmla="*/ 9710 w 16419"/>
              <a:gd name="T41" fmla="*/ 14564 h 16036"/>
              <a:gd name="T42" fmla="*/ 10935 w 16419"/>
              <a:gd name="T43" fmla="*/ 12871 h 16036"/>
              <a:gd name="T44" fmla="*/ 9524 w 16419"/>
              <a:gd name="T45" fmla="*/ 12005 h 16036"/>
              <a:gd name="T46" fmla="*/ 10393 w 16419"/>
              <a:gd name="T47" fmla="*/ 12757 h 16036"/>
              <a:gd name="T48" fmla="*/ 8904 w 16419"/>
              <a:gd name="T49" fmla="*/ 14636 h 16036"/>
              <a:gd name="T50" fmla="*/ 5284 w 16419"/>
              <a:gd name="T51" fmla="*/ 14382 h 16036"/>
              <a:gd name="T52" fmla="*/ 4071 w 16419"/>
              <a:gd name="T53" fmla="*/ 13005 h 16036"/>
              <a:gd name="T54" fmla="*/ 5783 w 16419"/>
              <a:gd name="T55" fmla="*/ 13367 h 16036"/>
              <a:gd name="T56" fmla="*/ 7945 w 16419"/>
              <a:gd name="T57" fmla="*/ 8277 h 16036"/>
              <a:gd name="T58" fmla="*/ 6342 w 16419"/>
              <a:gd name="T59" fmla="*/ 11582 h 16036"/>
              <a:gd name="T60" fmla="*/ 5136 w 16419"/>
              <a:gd name="T61" fmla="*/ 10650 h 16036"/>
              <a:gd name="T62" fmla="*/ 7945 w 16419"/>
              <a:gd name="T63" fmla="*/ 8277 h 16036"/>
              <a:gd name="T64" fmla="*/ 7024 w 16419"/>
              <a:gd name="T65" fmla="*/ 5084 h 16036"/>
              <a:gd name="T66" fmla="*/ 4843 w 16419"/>
              <a:gd name="T67" fmla="*/ 6857 h 16036"/>
              <a:gd name="T68" fmla="*/ 5321 w 16419"/>
              <a:gd name="T69" fmla="*/ 4784 h 16036"/>
              <a:gd name="T70" fmla="*/ 3667 w 16419"/>
              <a:gd name="T71" fmla="*/ 3305 h 16036"/>
              <a:gd name="T72" fmla="*/ 5215 w 16419"/>
              <a:gd name="T73" fmla="*/ 1684 h 16036"/>
              <a:gd name="T74" fmla="*/ 6448 w 16419"/>
              <a:gd name="T75" fmla="*/ 1771 h 16036"/>
              <a:gd name="T76" fmla="*/ 5148 w 16419"/>
              <a:gd name="T77" fmla="*/ 3833 h 16036"/>
              <a:gd name="T78" fmla="*/ 6569 w 16419"/>
              <a:gd name="T79" fmla="*/ 4486 h 16036"/>
              <a:gd name="T80" fmla="*/ 6014 w 16419"/>
              <a:gd name="T81" fmla="*/ 3301 h 16036"/>
              <a:gd name="T82" fmla="*/ 7732 w 16419"/>
              <a:gd name="T83" fmla="*/ 1205 h 16036"/>
              <a:gd name="T84" fmla="*/ 11565 w 16419"/>
              <a:gd name="T85" fmla="*/ 1859 h 16036"/>
              <a:gd name="T86" fmla="*/ 12421 w 16419"/>
              <a:gd name="T87" fmla="*/ 3513 h 16036"/>
              <a:gd name="T88" fmla="*/ 11123 w 16419"/>
              <a:gd name="T89" fmla="*/ 3527 h 16036"/>
              <a:gd name="T90" fmla="*/ 9758 w 16419"/>
              <a:gd name="T91" fmla="*/ 1525 h 16036"/>
              <a:gd name="T92" fmla="*/ 9852 w 16419"/>
              <a:gd name="T93" fmla="*/ 2463 h 16036"/>
              <a:gd name="T94" fmla="*/ 10437 w 16419"/>
              <a:gd name="T95" fmla="*/ 4348 h 16036"/>
              <a:gd name="T96" fmla="*/ 8786 w 16419"/>
              <a:gd name="T97" fmla="*/ 4626 h 16036"/>
              <a:gd name="T98" fmla="*/ 6848 w 16419"/>
              <a:gd name="T99" fmla="*/ 13930 h 16036"/>
              <a:gd name="T100" fmla="*/ 6020 w 16419"/>
              <a:gd name="T101" fmla="*/ 12187 h 16036"/>
              <a:gd name="T102" fmla="*/ 7521 w 16419"/>
              <a:gd name="T103" fmla="*/ 11934 h 16036"/>
              <a:gd name="T104" fmla="*/ 12063 w 16419"/>
              <a:gd name="T105" fmla="*/ 6494 h 16036"/>
              <a:gd name="T106" fmla="*/ 11695 w 16419"/>
              <a:gd name="T107" fmla="*/ 4461 h 16036"/>
              <a:gd name="T108" fmla="*/ 13078 w 16419"/>
              <a:gd name="T109" fmla="*/ 3710 h 16036"/>
              <a:gd name="T110" fmla="*/ 14700 w 16419"/>
              <a:gd name="T111" fmla="*/ 5106 h 16036"/>
              <a:gd name="T112" fmla="*/ 6960 w 16419"/>
              <a:gd name="T113" fmla="*/ 92 h 16036"/>
              <a:gd name="T114" fmla="*/ 498 w 16419"/>
              <a:gd name="T115" fmla="*/ 5261 h 16036"/>
              <a:gd name="T116" fmla="*/ 2132 w 16419"/>
              <a:gd name="T117" fmla="*/ 13409 h 16036"/>
              <a:gd name="T118" fmla="*/ 10261 w 16419"/>
              <a:gd name="T119" fmla="*/ 15783 h 16036"/>
              <a:gd name="T120" fmla="*/ 16160 w 16419"/>
              <a:gd name="T121" fmla="*/ 10021 h 16036"/>
              <a:gd name="T122" fmla="*/ 13729 w 16419"/>
              <a:gd name="T123" fmla="*/ 2083 h 16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6419" h="16036">
                <a:moveTo>
                  <a:pt x="13248" y="12967"/>
                </a:moveTo>
                <a:lnTo>
                  <a:pt x="13139" y="12892"/>
                </a:lnTo>
                <a:lnTo>
                  <a:pt x="13030" y="12819"/>
                </a:lnTo>
                <a:lnTo>
                  <a:pt x="12919" y="12748"/>
                </a:lnTo>
                <a:lnTo>
                  <a:pt x="12807" y="12676"/>
                </a:lnTo>
                <a:lnTo>
                  <a:pt x="12693" y="12608"/>
                </a:lnTo>
                <a:lnTo>
                  <a:pt x="12579" y="12541"/>
                </a:lnTo>
                <a:lnTo>
                  <a:pt x="12463" y="12476"/>
                </a:lnTo>
                <a:lnTo>
                  <a:pt x="12347" y="12413"/>
                </a:lnTo>
                <a:lnTo>
                  <a:pt x="12229" y="12351"/>
                </a:lnTo>
                <a:lnTo>
                  <a:pt x="12110" y="12291"/>
                </a:lnTo>
                <a:lnTo>
                  <a:pt x="12051" y="12261"/>
                </a:lnTo>
                <a:lnTo>
                  <a:pt x="11990" y="12231"/>
                </a:lnTo>
                <a:lnTo>
                  <a:pt x="11930" y="12203"/>
                </a:lnTo>
                <a:lnTo>
                  <a:pt x="11869" y="12175"/>
                </a:lnTo>
                <a:lnTo>
                  <a:pt x="11808" y="12147"/>
                </a:lnTo>
                <a:lnTo>
                  <a:pt x="11747" y="12120"/>
                </a:lnTo>
                <a:lnTo>
                  <a:pt x="11686" y="12094"/>
                </a:lnTo>
                <a:lnTo>
                  <a:pt x="11625" y="12068"/>
                </a:lnTo>
                <a:lnTo>
                  <a:pt x="11562" y="12042"/>
                </a:lnTo>
                <a:lnTo>
                  <a:pt x="11499" y="12017"/>
                </a:lnTo>
                <a:lnTo>
                  <a:pt x="11438" y="11992"/>
                </a:lnTo>
                <a:lnTo>
                  <a:pt x="11374" y="11968"/>
                </a:lnTo>
                <a:lnTo>
                  <a:pt x="11419" y="11863"/>
                </a:lnTo>
                <a:lnTo>
                  <a:pt x="11463" y="11756"/>
                </a:lnTo>
                <a:lnTo>
                  <a:pt x="11505" y="11649"/>
                </a:lnTo>
                <a:lnTo>
                  <a:pt x="11546" y="11541"/>
                </a:lnTo>
                <a:lnTo>
                  <a:pt x="11585" y="11433"/>
                </a:lnTo>
                <a:lnTo>
                  <a:pt x="11624" y="11323"/>
                </a:lnTo>
                <a:lnTo>
                  <a:pt x="11661" y="11214"/>
                </a:lnTo>
                <a:lnTo>
                  <a:pt x="11696" y="11104"/>
                </a:lnTo>
                <a:lnTo>
                  <a:pt x="11731" y="10993"/>
                </a:lnTo>
                <a:lnTo>
                  <a:pt x="11765" y="10880"/>
                </a:lnTo>
                <a:lnTo>
                  <a:pt x="11798" y="10768"/>
                </a:lnTo>
                <a:lnTo>
                  <a:pt x="11829" y="10655"/>
                </a:lnTo>
                <a:lnTo>
                  <a:pt x="11859" y="10542"/>
                </a:lnTo>
                <a:lnTo>
                  <a:pt x="11887" y="10427"/>
                </a:lnTo>
                <a:lnTo>
                  <a:pt x="11914" y="10312"/>
                </a:lnTo>
                <a:lnTo>
                  <a:pt x="11941" y="10197"/>
                </a:lnTo>
                <a:lnTo>
                  <a:pt x="11965" y="10081"/>
                </a:lnTo>
                <a:lnTo>
                  <a:pt x="11988" y="9964"/>
                </a:lnTo>
                <a:lnTo>
                  <a:pt x="12010" y="9847"/>
                </a:lnTo>
                <a:lnTo>
                  <a:pt x="12031" y="9729"/>
                </a:lnTo>
                <a:lnTo>
                  <a:pt x="12051" y="9611"/>
                </a:lnTo>
                <a:lnTo>
                  <a:pt x="12068" y="9492"/>
                </a:lnTo>
                <a:lnTo>
                  <a:pt x="12084" y="9373"/>
                </a:lnTo>
                <a:lnTo>
                  <a:pt x="12100" y="9253"/>
                </a:lnTo>
                <a:lnTo>
                  <a:pt x="12113" y="9133"/>
                </a:lnTo>
                <a:lnTo>
                  <a:pt x="12126" y="9011"/>
                </a:lnTo>
                <a:lnTo>
                  <a:pt x="12137" y="8890"/>
                </a:lnTo>
                <a:lnTo>
                  <a:pt x="12147" y="8769"/>
                </a:lnTo>
                <a:lnTo>
                  <a:pt x="12155" y="8646"/>
                </a:lnTo>
                <a:lnTo>
                  <a:pt x="12161" y="8523"/>
                </a:lnTo>
                <a:lnTo>
                  <a:pt x="12166" y="8400"/>
                </a:lnTo>
                <a:lnTo>
                  <a:pt x="12171" y="8277"/>
                </a:lnTo>
                <a:lnTo>
                  <a:pt x="15347" y="8277"/>
                </a:lnTo>
                <a:lnTo>
                  <a:pt x="15337" y="8448"/>
                </a:lnTo>
                <a:lnTo>
                  <a:pt x="15325" y="8617"/>
                </a:lnTo>
                <a:lnTo>
                  <a:pt x="15309" y="8786"/>
                </a:lnTo>
                <a:lnTo>
                  <a:pt x="15287" y="8954"/>
                </a:lnTo>
                <a:lnTo>
                  <a:pt x="15262" y="9119"/>
                </a:lnTo>
                <a:lnTo>
                  <a:pt x="15234" y="9285"/>
                </a:lnTo>
                <a:lnTo>
                  <a:pt x="15201" y="9449"/>
                </a:lnTo>
                <a:lnTo>
                  <a:pt x="15164" y="9612"/>
                </a:lnTo>
                <a:lnTo>
                  <a:pt x="15124" y="9772"/>
                </a:lnTo>
                <a:lnTo>
                  <a:pt x="15080" y="9931"/>
                </a:lnTo>
                <a:lnTo>
                  <a:pt x="15032" y="10090"/>
                </a:lnTo>
                <a:lnTo>
                  <a:pt x="14980" y="10246"/>
                </a:lnTo>
                <a:lnTo>
                  <a:pt x="14925" y="10400"/>
                </a:lnTo>
                <a:lnTo>
                  <a:pt x="14866" y="10554"/>
                </a:lnTo>
                <a:lnTo>
                  <a:pt x="14804" y="10705"/>
                </a:lnTo>
                <a:lnTo>
                  <a:pt x="14738" y="10854"/>
                </a:lnTo>
                <a:lnTo>
                  <a:pt x="14668" y="11002"/>
                </a:lnTo>
                <a:lnTo>
                  <a:pt x="14596" y="11148"/>
                </a:lnTo>
                <a:lnTo>
                  <a:pt x="14521" y="11292"/>
                </a:lnTo>
                <a:lnTo>
                  <a:pt x="14441" y="11434"/>
                </a:lnTo>
                <a:lnTo>
                  <a:pt x="14358" y="11574"/>
                </a:lnTo>
                <a:lnTo>
                  <a:pt x="14272" y="11712"/>
                </a:lnTo>
                <a:lnTo>
                  <a:pt x="14183" y="11848"/>
                </a:lnTo>
                <a:lnTo>
                  <a:pt x="14092" y="11981"/>
                </a:lnTo>
                <a:lnTo>
                  <a:pt x="13996" y="12113"/>
                </a:lnTo>
                <a:lnTo>
                  <a:pt x="13898" y="12241"/>
                </a:lnTo>
                <a:lnTo>
                  <a:pt x="13797" y="12369"/>
                </a:lnTo>
                <a:lnTo>
                  <a:pt x="13693" y="12493"/>
                </a:lnTo>
                <a:lnTo>
                  <a:pt x="13586" y="12615"/>
                </a:lnTo>
                <a:lnTo>
                  <a:pt x="13476" y="12735"/>
                </a:lnTo>
                <a:lnTo>
                  <a:pt x="13364" y="12852"/>
                </a:lnTo>
                <a:lnTo>
                  <a:pt x="13248" y="12967"/>
                </a:lnTo>
                <a:close/>
                <a:moveTo>
                  <a:pt x="1073" y="8277"/>
                </a:moveTo>
                <a:lnTo>
                  <a:pt x="4248" y="8277"/>
                </a:lnTo>
                <a:lnTo>
                  <a:pt x="4253" y="8400"/>
                </a:lnTo>
                <a:lnTo>
                  <a:pt x="4258" y="8523"/>
                </a:lnTo>
                <a:lnTo>
                  <a:pt x="4265" y="8646"/>
                </a:lnTo>
                <a:lnTo>
                  <a:pt x="4273" y="8769"/>
                </a:lnTo>
                <a:lnTo>
                  <a:pt x="4282" y="8890"/>
                </a:lnTo>
                <a:lnTo>
                  <a:pt x="4294" y="9011"/>
                </a:lnTo>
                <a:lnTo>
                  <a:pt x="4306" y="9133"/>
                </a:lnTo>
                <a:lnTo>
                  <a:pt x="4319" y="9253"/>
                </a:lnTo>
                <a:lnTo>
                  <a:pt x="4335" y="9373"/>
                </a:lnTo>
                <a:lnTo>
                  <a:pt x="4351" y="9492"/>
                </a:lnTo>
                <a:lnTo>
                  <a:pt x="4370" y="9611"/>
                </a:lnTo>
                <a:lnTo>
                  <a:pt x="4388" y="9729"/>
                </a:lnTo>
                <a:lnTo>
                  <a:pt x="4410" y="9847"/>
                </a:lnTo>
                <a:lnTo>
                  <a:pt x="4431" y="9964"/>
                </a:lnTo>
                <a:lnTo>
                  <a:pt x="4455" y="10081"/>
                </a:lnTo>
                <a:lnTo>
                  <a:pt x="4479" y="10197"/>
                </a:lnTo>
                <a:lnTo>
                  <a:pt x="4505" y="10312"/>
                </a:lnTo>
                <a:lnTo>
                  <a:pt x="4533" y="10427"/>
                </a:lnTo>
                <a:lnTo>
                  <a:pt x="4560" y="10542"/>
                </a:lnTo>
                <a:lnTo>
                  <a:pt x="4590" y="10655"/>
                </a:lnTo>
                <a:lnTo>
                  <a:pt x="4622" y="10768"/>
                </a:lnTo>
                <a:lnTo>
                  <a:pt x="4654" y="10880"/>
                </a:lnTo>
                <a:lnTo>
                  <a:pt x="4688" y="10993"/>
                </a:lnTo>
                <a:lnTo>
                  <a:pt x="4723" y="11104"/>
                </a:lnTo>
                <a:lnTo>
                  <a:pt x="4758" y="11214"/>
                </a:lnTo>
                <a:lnTo>
                  <a:pt x="4795" y="11323"/>
                </a:lnTo>
                <a:lnTo>
                  <a:pt x="4834" y="11433"/>
                </a:lnTo>
                <a:lnTo>
                  <a:pt x="4874" y="11541"/>
                </a:lnTo>
                <a:lnTo>
                  <a:pt x="4915" y="11649"/>
                </a:lnTo>
                <a:lnTo>
                  <a:pt x="4958" y="11756"/>
                </a:lnTo>
                <a:lnTo>
                  <a:pt x="5001" y="11863"/>
                </a:lnTo>
                <a:lnTo>
                  <a:pt x="5045" y="11968"/>
                </a:lnTo>
                <a:lnTo>
                  <a:pt x="4982" y="11992"/>
                </a:lnTo>
                <a:lnTo>
                  <a:pt x="4920" y="12017"/>
                </a:lnTo>
                <a:lnTo>
                  <a:pt x="4857" y="12042"/>
                </a:lnTo>
                <a:lnTo>
                  <a:pt x="4795" y="12068"/>
                </a:lnTo>
                <a:lnTo>
                  <a:pt x="4734" y="12094"/>
                </a:lnTo>
                <a:lnTo>
                  <a:pt x="4672" y="12120"/>
                </a:lnTo>
                <a:lnTo>
                  <a:pt x="4611" y="12147"/>
                </a:lnTo>
                <a:lnTo>
                  <a:pt x="4550" y="12175"/>
                </a:lnTo>
                <a:lnTo>
                  <a:pt x="4490" y="12203"/>
                </a:lnTo>
                <a:lnTo>
                  <a:pt x="4429" y="12231"/>
                </a:lnTo>
                <a:lnTo>
                  <a:pt x="4370" y="12261"/>
                </a:lnTo>
                <a:lnTo>
                  <a:pt x="4309" y="12291"/>
                </a:lnTo>
                <a:lnTo>
                  <a:pt x="4191" y="12351"/>
                </a:lnTo>
                <a:lnTo>
                  <a:pt x="4073" y="12413"/>
                </a:lnTo>
                <a:lnTo>
                  <a:pt x="3956" y="12476"/>
                </a:lnTo>
                <a:lnTo>
                  <a:pt x="3841" y="12541"/>
                </a:lnTo>
                <a:lnTo>
                  <a:pt x="3726" y="12608"/>
                </a:lnTo>
                <a:lnTo>
                  <a:pt x="3613" y="12676"/>
                </a:lnTo>
                <a:lnTo>
                  <a:pt x="3501" y="12748"/>
                </a:lnTo>
                <a:lnTo>
                  <a:pt x="3389" y="12819"/>
                </a:lnTo>
                <a:lnTo>
                  <a:pt x="3280" y="12892"/>
                </a:lnTo>
                <a:lnTo>
                  <a:pt x="3171" y="12967"/>
                </a:lnTo>
                <a:lnTo>
                  <a:pt x="3056" y="12852"/>
                </a:lnTo>
                <a:lnTo>
                  <a:pt x="2943" y="12735"/>
                </a:lnTo>
                <a:lnTo>
                  <a:pt x="2833" y="12615"/>
                </a:lnTo>
                <a:lnTo>
                  <a:pt x="2727" y="12493"/>
                </a:lnTo>
                <a:lnTo>
                  <a:pt x="2623" y="12369"/>
                </a:lnTo>
                <a:lnTo>
                  <a:pt x="2521" y="12241"/>
                </a:lnTo>
                <a:lnTo>
                  <a:pt x="2423" y="12113"/>
                </a:lnTo>
                <a:lnTo>
                  <a:pt x="2328" y="11981"/>
                </a:lnTo>
                <a:lnTo>
                  <a:pt x="2236" y="11848"/>
                </a:lnTo>
                <a:lnTo>
                  <a:pt x="2147" y="11712"/>
                </a:lnTo>
                <a:lnTo>
                  <a:pt x="2062" y="11574"/>
                </a:lnTo>
                <a:lnTo>
                  <a:pt x="1978" y="11434"/>
                </a:lnTo>
                <a:lnTo>
                  <a:pt x="1899" y="11292"/>
                </a:lnTo>
                <a:lnTo>
                  <a:pt x="1824" y="11148"/>
                </a:lnTo>
                <a:lnTo>
                  <a:pt x="1751" y="11002"/>
                </a:lnTo>
                <a:lnTo>
                  <a:pt x="1682" y="10854"/>
                </a:lnTo>
                <a:lnTo>
                  <a:pt x="1615" y="10705"/>
                </a:lnTo>
                <a:lnTo>
                  <a:pt x="1554" y="10554"/>
                </a:lnTo>
                <a:lnTo>
                  <a:pt x="1494" y="10400"/>
                </a:lnTo>
                <a:lnTo>
                  <a:pt x="1440" y="10246"/>
                </a:lnTo>
                <a:lnTo>
                  <a:pt x="1387" y="10090"/>
                </a:lnTo>
                <a:lnTo>
                  <a:pt x="1340" y="9931"/>
                </a:lnTo>
                <a:lnTo>
                  <a:pt x="1296" y="9772"/>
                </a:lnTo>
                <a:lnTo>
                  <a:pt x="1255" y="9612"/>
                </a:lnTo>
                <a:lnTo>
                  <a:pt x="1219" y="9449"/>
                </a:lnTo>
                <a:lnTo>
                  <a:pt x="1186" y="9285"/>
                </a:lnTo>
                <a:lnTo>
                  <a:pt x="1158" y="9119"/>
                </a:lnTo>
                <a:lnTo>
                  <a:pt x="1132" y="8954"/>
                </a:lnTo>
                <a:lnTo>
                  <a:pt x="1111" y="8786"/>
                </a:lnTo>
                <a:lnTo>
                  <a:pt x="1095" y="8617"/>
                </a:lnTo>
                <a:lnTo>
                  <a:pt x="1082" y="8448"/>
                </a:lnTo>
                <a:lnTo>
                  <a:pt x="1073" y="8277"/>
                </a:lnTo>
                <a:close/>
                <a:moveTo>
                  <a:pt x="2878" y="3381"/>
                </a:moveTo>
                <a:lnTo>
                  <a:pt x="2935" y="3423"/>
                </a:lnTo>
                <a:lnTo>
                  <a:pt x="2992" y="3466"/>
                </a:lnTo>
                <a:lnTo>
                  <a:pt x="3050" y="3507"/>
                </a:lnTo>
                <a:lnTo>
                  <a:pt x="3107" y="3549"/>
                </a:lnTo>
                <a:lnTo>
                  <a:pt x="3165" y="3590"/>
                </a:lnTo>
                <a:lnTo>
                  <a:pt x="3223" y="3630"/>
                </a:lnTo>
                <a:lnTo>
                  <a:pt x="3282" y="3670"/>
                </a:lnTo>
                <a:lnTo>
                  <a:pt x="3341" y="3710"/>
                </a:lnTo>
                <a:lnTo>
                  <a:pt x="3401" y="3749"/>
                </a:lnTo>
                <a:lnTo>
                  <a:pt x="3460" y="3789"/>
                </a:lnTo>
                <a:lnTo>
                  <a:pt x="3521" y="3827"/>
                </a:lnTo>
                <a:lnTo>
                  <a:pt x="3581" y="3865"/>
                </a:lnTo>
                <a:lnTo>
                  <a:pt x="3642" y="3902"/>
                </a:lnTo>
                <a:lnTo>
                  <a:pt x="3702" y="3939"/>
                </a:lnTo>
                <a:lnTo>
                  <a:pt x="3764" y="3975"/>
                </a:lnTo>
                <a:lnTo>
                  <a:pt x="3826" y="4011"/>
                </a:lnTo>
                <a:lnTo>
                  <a:pt x="3887" y="4046"/>
                </a:lnTo>
                <a:lnTo>
                  <a:pt x="3950" y="4081"/>
                </a:lnTo>
                <a:lnTo>
                  <a:pt x="4012" y="4116"/>
                </a:lnTo>
                <a:lnTo>
                  <a:pt x="4076" y="4150"/>
                </a:lnTo>
                <a:lnTo>
                  <a:pt x="4139" y="4183"/>
                </a:lnTo>
                <a:lnTo>
                  <a:pt x="4202" y="4216"/>
                </a:lnTo>
                <a:lnTo>
                  <a:pt x="4267" y="4249"/>
                </a:lnTo>
                <a:lnTo>
                  <a:pt x="4331" y="4281"/>
                </a:lnTo>
                <a:lnTo>
                  <a:pt x="4395" y="4312"/>
                </a:lnTo>
                <a:lnTo>
                  <a:pt x="4461" y="4343"/>
                </a:lnTo>
                <a:lnTo>
                  <a:pt x="4525" y="4374"/>
                </a:lnTo>
                <a:lnTo>
                  <a:pt x="4591" y="4403"/>
                </a:lnTo>
                <a:lnTo>
                  <a:pt x="4657" y="4432"/>
                </a:lnTo>
                <a:lnTo>
                  <a:pt x="4724" y="4461"/>
                </a:lnTo>
                <a:lnTo>
                  <a:pt x="4789" y="4489"/>
                </a:lnTo>
                <a:lnTo>
                  <a:pt x="4856" y="4517"/>
                </a:lnTo>
                <a:lnTo>
                  <a:pt x="4822" y="4611"/>
                </a:lnTo>
                <a:lnTo>
                  <a:pt x="4789" y="4706"/>
                </a:lnTo>
                <a:lnTo>
                  <a:pt x="4756" y="4801"/>
                </a:lnTo>
                <a:lnTo>
                  <a:pt x="4726" y="4897"/>
                </a:lnTo>
                <a:lnTo>
                  <a:pt x="4695" y="4993"/>
                </a:lnTo>
                <a:lnTo>
                  <a:pt x="4665" y="5090"/>
                </a:lnTo>
                <a:lnTo>
                  <a:pt x="4637" y="5188"/>
                </a:lnTo>
                <a:lnTo>
                  <a:pt x="4610" y="5285"/>
                </a:lnTo>
                <a:lnTo>
                  <a:pt x="4583" y="5383"/>
                </a:lnTo>
                <a:lnTo>
                  <a:pt x="4557" y="5482"/>
                </a:lnTo>
                <a:lnTo>
                  <a:pt x="4533" y="5582"/>
                </a:lnTo>
                <a:lnTo>
                  <a:pt x="4509" y="5681"/>
                </a:lnTo>
                <a:lnTo>
                  <a:pt x="4486" y="5781"/>
                </a:lnTo>
                <a:lnTo>
                  <a:pt x="4465" y="5881"/>
                </a:lnTo>
                <a:lnTo>
                  <a:pt x="4444" y="5982"/>
                </a:lnTo>
                <a:lnTo>
                  <a:pt x="4425" y="6084"/>
                </a:lnTo>
                <a:lnTo>
                  <a:pt x="4406" y="6186"/>
                </a:lnTo>
                <a:lnTo>
                  <a:pt x="4388" y="6288"/>
                </a:lnTo>
                <a:lnTo>
                  <a:pt x="4372" y="6391"/>
                </a:lnTo>
                <a:lnTo>
                  <a:pt x="4356" y="6494"/>
                </a:lnTo>
                <a:lnTo>
                  <a:pt x="4342" y="6598"/>
                </a:lnTo>
                <a:lnTo>
                  <a:pt x="4328" y="6701"/>
                </a:lnTo>
                <a:lnTo>
                  <a:pt x="4315" y="6805"/>
                </a:lnTo>
                <a:lnTo>
                  <a:pt x="4304" y="6911"/>
                </a:lnTo>
                <a:lnTo>
                  <a:pt x="4294" y="7015"/>
                </a:lnTo>
                <a:lnTo>
                  <a:pt x="4284" y="7120"/>
                </a:lnTo>
                <a:lnTo>
                  <a:pt x="4275" y="7226"/>
                </a:lnTo>
                <a:lnTo>
                  <a:pt x="4268" y="7332"/>
                </a:lnTo>
                <a:lnTo>
                  <a:pt x="4262" y="7439"/>
                </a:lnTo>
                <a:lnTo>
                  <a:pt x="4257" y="7545"/>
                </a:lnTo>
                <a:lnTo>
                  <a:pt x="4253" y="7652"/>
                </a:lnTo>
                <a:lnTo>
                  <a:pt x="4248" y="7759"/>
                </a:lnTo>
                <a:lnTo>
                  <a:pt x="1073" y="7759"/>
                </a:lnTo>
                <a:lnTo>
                  <a:pt x="1081" y="7602"/>
                </a:lnTo>
                <a:lnTo>
                  <a:pt x="1092" y="7446"/>
                </a:lnTo>
                <a:lnTo>
                  <a:pt x="1107" y="7291"/>
                </a:lnTo>
                <a:lnTo>
                  <a:pt x="1125" y="7137"/>
                </a:lnTo>
                <a:lnTo>
                  <a:pt x="1146" y="6984"/>
                </a:lnTo>
                <a:lnTo>
                  <a:pt x="1171" y="6832"/>
                </a:lnTo>
                <a:lnTo>
                  <a:pt x="1200" y="6681"/>
                </a:lnTo>
                <a:lnTo>
                  <a:pt x="1231" y="6532"/>
                </a:lnTo>
                <a:lnTo>
                  <a:pt x="1265" y="6383"/>
                </a:lnTo>
                <a:lnTo>
                  <a:pt x="1304" y="6236"/>
                </a:lnTo>
                <a:lnTo>
                  <a:pt x="1345" y="6090"/>
                </a:lnTo>
                <a:lnTo>
                  <a:pt x="1389" y="5945"/>
                </a:lnTo>
                <a:lnTo>
                  <a:pt x="1437" y="5802"/>
                </a:lnTo>
                <a:lnTo>
                  <a:pt x="1487" y="5660"/>
                </a:lnTo>
                <a:lnTo>
                  <a:pt x="1540" y="5519"/>
                </a:lnTo>
                <a:lnTo>
                  <a:pt x="1597" y="5380"/>
                </a:lnTo>
                <a:lnTo>
                  <a:pt x="1656" y="5243"/>
                </a:lnTo>
                <a:lnTo>
                  <a:pt x="1719" y="5106"/>
                </a:lnTo>
                <a:lnTo>
                  <a:pt x="1785" y="4972"/>
                </a:lnTo>
                <a:lnTo>
                  <a:pt x="1852" y="4839"/>
                </a:lnTo>
                <a:lnTo>
                  <a:pt x="1923" y="4708"/>
                </a:lnTo>
                <a:lnTo>
                  <a:pt x="1997" y="4578"/>
                </a:lnTo>
                <a:lnTo>
                  <a:pt x="2074" y="4450"/>
                </a:lnTo>
                <a:lnTo>
                  <a:pt x="2153" y="4324"/>
                </a:lnTo>
                <a:lnTo>
                  <a:pt x="2234" y="4199"/>
                </a:lnTo>
                <a:lnTo>
                  <a:pt x="2319" y="4076"/>
                </a:lnTo>
                <a:lnTo>
                  <a:pt x="2405" y="3956"/>
                </a:lnTo>
                <a:lnTo>
                  <a:pt x="2496" y="3837"/>
                </a:lnTo>
                <a:lnTo>
                  <a:pt x="2587" y="3719"/>
                </a:lnTo>
                <a:lnTo>
                  <a:pt x="2681" y="3605"/>
                </a:lnTo>
                <a:lnTo>
                  <a:pt x="2779" y="3492"/>
                </a:lnTo>
                <a:lnTo>
                  <a:pt x="2878" y="3381"/>
                </a:lnTo>
                <a:close/>
                <a:moveTo>
                  <a:pt x="8474" y="7759"/>
                </a:moveTo>
                <a:lnTo>
                  <a:pt x="8474" y="5160"/>
                </a:lnTo>
                <a:lnTo>
                  <a:pt x="8559" y="5157"/>
                </a:lnTo>
                <a:lnTo>
                  <a:pt x="8644" y="5153"/>
                </a:lnTo>
                <a:lnTo>
                  <a:pt x="8728" y="5149"/>
                </a:lnTo>
                <a:lnTo>
                  <a:pt x="8812" y="5143"/>
                </a:lnTo>
                <a:lnTo>
                  <a:pt x="8896" y="5137"/>
                </a:lnTo>
                <a:lnTo>
                  <a:pt x="8980" y="5131"/>
                </a:lnTo>
                <a:lnTo>
                  <a:pt x="9063" y="5122"/>
                </a:lnTo>
                <a:lnTo>
                  <a:pt x="9146" y="5114"/>
                </a:lnTo>
                <a:lnTo>
                  <a:pt x="9230" y="5105"/>
                </a:lnTo>
                <a:lnTo>
                  <a:pt x="9313" y="5095"/>
                </a:lnTo>
                <a:lnTo>
                  <a:pt x="9395" y="5084"/>
                </a:lnTo>
                <a:lnTo>
                  <a:pt x="9477" y="5073"/>
                </a:lnTo>
                <a:lnTo>
                  <a:pt x="9559" y="5061"/>
                </a:lnTo>
                <a:lnTo>
                  <a:pt x="9641" y="5048"/>
                </a:lnTo>
                <a:lnTo>
                  <a:pt x="9723" y="5035"/>
                </a:lnTo>
                <a:lnTo>
                  <a:pt x="9804" y="5020"/>
                </a:lnTo>
                <a:lnTo>
                  <a:pt x="9885" y="5005"/>
                </a:lnTo>
                <a:lnTo>
                  <a:pt x="9965" y="4990"/>
                </a:lnTo>
                <a:lnTo>
                  <a:pt x="10046" y="4973"/>
                </a:lnTo>
                <a:lnTo>
                  <a:pt x="10126" y="4956"/>
                </a:lnTo>
                <a:lnTo>
                  <a:pt x="10206" y="4938"/>
                </a:lnTo>
                <a:lnTo>
                  <a:pt x="10287" y="4920"/>
                </a:lnTo>
                <a:lnTo>
                  <a:pt x="10366" y="4900"/>
                </a:lnTo>
                <a:lnTo>
                  <a:pt x="10445" y="4880"/>
                </a:lnTo>
                <a:lnTo>
                  <a:pt x="10524" y="4860"/>
                </a:lnTo>
                <a:lnTo>
                  <a:pt x="10602" y="4838"/>
                </a:lnTo>
                <a:lnTo>
                  <a:pt x="10681" y="4816"/>
                </a:lnTo>
                <a:lnTo>
                  <a:pt x="10759" y="4793"/>
                </a:lnTo>
                <a:lnTo>
                  <a:pt x="10836" y="4770"/>
                </a:lnTo>
                <a:lnTo>
                  <a:pt x="10914" y="4746"/>
                </a:lnTo>
                <a:lnTo>
                  <a:pt x="10990" y="4721"/>
                </a:lnTo>
                <a:lnTo>
                  <a:pt x="11066" y="4695"/>
                </a:lnTo>
                <a:lnTo>
                  <a:pt x="11099" y="4784"/>
                </a:lnTo>
                <a:lnTo>
                  <a:pt x="11130" y="4873"/>
                </a:lnTo>
                <a:lnTo>
                  <a:pt x="11161" y="4963"/>
                </a:lnTo>
                <a:lnTo>
                  <a:pt x="11191" y="5053"/>
                </a:lnTo>
                <a:lnTo>
                  <a:pt x="11219" y="5145"/>
                </a:lnTo>
                <a:lnTo>
                  <a:pt x="11247" y="5236"/>
                </a:lnTo>
                <a:lnTo>
                  <a:pt x="11274" y="5328"/>
                </a:lnTo>
                <a:lnTo>
                  <a:pt x="11299" y="5420"/>
                </a:lnTo>
                <a:lnTo>
                  <a:pt x="11325" y="5513"/>
                </a:lnTo>
                <a:lnTo>
                  <a:pt x="11349" y="5607"/>
                </a:lnTo>
                <a:lnTo>
                  <a:pt x="11372" y="5701"/>
                </a:lnTo>
                <a:lnTo>
                  <a:pt x="11395" y="5795"/>
                </a:lnTo>
                <a:lnTo>
                  <a:pt x="11415" y="5889"/>
                </a:lnTo>
                <a:lnTo>
                  <a:pt x="11436" y="5984"/>
                </a:lnTo>
                <a:lnTo>
                  <a:pt x="11455" y="6080"/>
                </a:lnTo>
                <a:lnTo>
                  <a:pt x="11474" y="6176"/>
                </a:lnTo>
                <a:lnTo>
                  <a:pt x="11491" y="6272"/>
                </a:lnTo>
                <a:lnTo>
                  <a:pt x="11509" y="6368"/>
                </a:lnTo>
                <a:lnTo>
                  <a:pt x="11524" y="6466"/>
                </a:lnTo>
                <a:lnTo>
                  <a:pt x="11538" y="6563"/>
                </a:lnTo>
                <a:lnTo>
                  <a:pt x="11553" y="6661"/>
                </a:lnTo>
                <a:lnTo>
                  <a:pt x="11565" y="6759"/>
                </a:lnTo>
                <a:lnTo>
                  <a:pt x="11577" y="6857"/>
                </a:lnTo>
                <a:lnTo>
                  <a:pt x="11589" y="6957"/>
                </a:lnTo>
                <a:lnTo>
                  <a:pt x="11598" y="7056"/>
                </a:lnTo>
                <a:lnTo>
                  <a:pt x="11607" y="7155"/>
                </a:lnTo>
                <a:lnTo>
                  <a:pt x="11615" y="7255"/>
                </a:lnTo>
                <a:lnTo>
                  <a:pt x="11623" y="7356"/>
                </a:lnTo>
                <a:lnTo>
                  <a:pt x="11629" y="7456"/>
                </a:lnTo>
                <a:lnTo>
                  <a:pt x="11634" y="7557"/>
                </a:lnTo>
                <a:lnTo>
                  <a:pt x="11638" y="7658"/>
                </a:lnTo>
                <a:lnTo>
                  <a:pt x="11641" y="7759"/>
                </a:lnTo>
                <a:lnTo>
                  <a:pt x="8474" y="7759"/>
                </a:lnTo>
                <a:close/>
                <a:moveTo>
                  <a:pt x="10879" y="11791"/>
                </a:moveTo>
                <a:lnTo>
                  <a:pt x="10807" y="11768"/>
                </a:lnTo>
                <a:lnTo>
                  <a:pt x="10735" y="11747"/>
                </a:lnTo>
                <a:lnTo>
                  <a:pt x="10663" y="11726"/>
                </a:lnTo>
                <a:lnTo>
                  <a:pt x="10590" y="11706"/>
                </a:lnTo>
                <a:lnTo>
                  <a:pt x="10518" y="11686"/>
                </a:lnTo>
                <a:lnTo>
                  <a:pt x="10446" y="11667"/>
                </a:lnTo>
                <a:lnTo>
                  <a:pt x="10373" y="11649"/>
                </a:lnTo>
                <a:lnTo>
                  <a:pt x="10299" y="11631"/>
                </a:lnTo>
                <a:lnTo>
                  <a:pt x="10226" y="11614"/>
                </a:lnTo>
                <a:lnTo>
                  <a:pt x="10152" y="11598"/>
                </a:lnTo>
                <a:lnTo>
                  <a:pt x="10078" y="11582"/>
                </a:lnTo>
                <a:lnTo>
                  <a:pt x="10003" y="11566"/>
                </a:lnTo>
                <a:lnTo>
                  <a:pt x="9929" y="11552"/>
                </a:lnTo>
                <a:lnTo>
                  <a:pt x="9854" y="11538"/>
                </a:lnTo>
                <a:lnTo>
                  <a:pt x="9780" y="11525"/>
                </a:lnTo>
                <a:lnTo>
                  <a:pt x="9704" y="11512"/>
                </a:lnTo>
                <a:lnTo>
                  <a:pt x="9629" y="11500"/>
                </a:lnTo>
                <a:lnTo>
                  <a:pt x="9553" y="11488"/>
                </a:lnTo>
                <a:lnTo>
                  <a:pt x="9477" y="11477"/>
                </a:lnTo>
                <a:lnTo>
                  <a:pt x="9401" y="11467"/>
                </a:lnTo>
                <a:lnTo>
                  <a:pt x="9325" y="11458"/>
                </a:lnTo>
                <a:lnTo>
                  <a:pt x="9249" y="11449"/>
                </a:lnTo>
                <a:lnTo>
                  <a:pt x="9172" y="11440"/>
                </a:lnTo>
                <a:lnTo>
                  <a:pt x="9095" y="11433"/>
                </a:lnTo>
                <a:lnTo>
                  <a:pt x="9018" y="11425"/>
                </a:lnTo>
                <a:lnTo>
                  <a:pt x="8941" y="11419"/>
                </a:lnTo>
                <a:lnTo>
                  <a:pt x="8864" y="11413"/>
                </a:lnTo>
                <a:lnTo>
                  <a:pt x="8786" y="11408"/>
                </a:lnTo>
                <a:lnTo>
                  <a:pt x="8708" y="11404"/>
                </a:lnTo>
                <a:lnTo>
                  <a:pt x="8630" y="11400"/>
                </a:lnTo>
                <a:lnTo>
                  <a:pt x="8552" y="11396"/>
                </a:lnTo>
                <a:lnTo>
                  <a:pt x="8474" y="11394"/>
                </a:lnTo>
                <a:lnTo>
                  <a:pt x="8474" y="8277"/>
                </a:lnTo>
                <a:lnTo>
                  <a:pt x="11641" y="8277"/>
                </a:lnTo>
                <a:lnTo>
                  <a:pt x="11637" y="8394"/>
                </a:lnTo>
                <a:lnTo>
                  <a:pt x="11632" y="8512"/>
                </a:lnTo>
                <a:lnTo>
                  <a:pt x="11626" y="8628"/>
                </a:lnTo>
                <a:lnTo>
                  <a:pt x="11617" y="8746"/>
                </a:lnTo>
                <a:lnTo>
                  <a:pt x="11608" y="8862"/>
                </a:lnTo>
                <a:lnTo>
                  <a:pt x="11598" y="8977"/>
                </a:lnTo>
                <a:lnTo>
                  <a:pt x="11586" y="9092"/>
                </a:lnTo>
                <a:lnTo>
                  <a:pt x="11572" y="9207"/>
                </a:lnTo>
                <a:lnTo>
                  <a:pt x="11558" y="9321"/>
                </a:lnTo>
                <a:lnTo>
                  <a:pt x="11542" y="9435"/>
                </a:lnTo>
                <a:lnTo>
                  <a:pt x="11525" y="9548"/>
                </a:lnTo>
                <a:lnTo>
                  <a:pt x="11506" y="9661"/>
                </a:lnTo>
                <a:lnTo>
                  <a:pt x="11486" y="9773"/>
                </a:lnTo>
                <a:lnTo>
                  <a:pt x="11466" y="9884"/>
                </a:lnTo>
                <a:lnTo>
                  <a:pt x="11443" y="9995"/>
                </a:lnTo>
                <a:lnTo>
                  <a:pt x="11419" y="10106"/>
                </a:lnTo>
                <a:lnTo>
                  <a:pt x="11395" y="10216"/>
                </a:lnTo>
                <a:lnTo>
                  <a:pt x="11368" y="10325"/>
                </a:lnTo>
                <a:lnTo>
                  <a:pt x="11341" y="10434"/>
                </a:lnTo>
                <a:lnTo>
                  <a:pt x="11313" y="10543"/>
                </a:lnTo>
                <a:lnTo>
                  <a:pt x="11283" y="10650"/>
                </a:lnTo>
                <a:lnTo>
                  <a:pt x="11252" y="10757"/>
                </a:lnTo>
                <a:lnTo>
                  <a:pt x="11220" y="10863"/>
                </a:lnTo>
                <a:lnTo>
                  <a:pt x="11186" y="10969"/>
                </a:lnTo>
                <a:lnTo>
                  <a:pt x="11152" y="11074"/>
                </a:lnTo>
                <a:lnTo>
                  <a:pt x="11117" y="11178"/>
                </a:lnTo>
                <a:lnTo>
                  <a:pt x="11080" y="11282"/>
                </a:lnTo>
                <a:lnTo>
                  <a:pt x="11042" y="11386"/>
                </a:lnTo>
                <a:lnTo>
                  <a:pt x="11003" y="11488"/>
                </a:lnTo>
                <a:lnTo>
                  <a:pt x="10962" y="11590"/>
                </a:lnTo>
                <a:lnTo>
                  <a:pt x="10921" y="11690"/>
                </a:lnTo>
                <a:lnTo>
                  <a:pt x="10879" y="11791"/>
                </a:lnTo>
                <a:close/>
                <a:moveTo>
                  <a:pt x="11162" y="12440"/>
                </a:moveTo>
                <a:lnTo>
                  <a:pt x="11275" y="12484"/>
                </a:lnTo>
                <a:lnTo>
                  <a:pt x="11387" y="12529"/>
                </a:lnTo>
                <a:lnTo>
                  <a:pt x="11497" y="12575"/>
                </a:lnTo>
                <a:lnTo>
                  <a:pt x="11606" y="12624"/>
                </a:lnTo>
                <a:lnTo>
                  <a:pt x="11715" y="12674"/>
                </a:lnTo>
                <a:lnTo>
                  <a:pt x="11824" y="12726"/>
                </a:lnTo>
                <a:lnTo>
                  <a:pt x="11930" y="12779"/>
                </a:lnTo>
                <a:lnTo>
                  <a:pt x="12036" y="12833"/>
                </a:lnTo>
                <a:lnTo>
                  <a:pt x="12142" y="12889"/>
                </a:lnTo>
                <a:lnTo>
                  <a:pt x="12245" y="12946"/>
                </a:lnTo>
                <a:lnTo>
                  <a:pt x="12349" y="13005"/>
                </a:lnTo>
                <a:lnTo>
                  <a:pt x="12451" y="13065"/>
                </a:lnTo>
                <a:lnTo>
                  <a:pt x="12552" y="13127"/>
                </a:lnTo>
                <a:lnTo>
                  <a:pt x="12653" y="13191"/>
                </a:lnTo>
                <a:lnTo>
                  <a:pt x="12751" y="13255"/>
                </a:lnTo>
                <a:lnTo>
                  <a:pt x="12850" y="13320"/>
                </a:lnTo>
                <a:lnTo>
                  <a:pt x="12759" y="13395"/>
                </a:lnTo>
                <a:lnTo>
                  <a:pt x="12666" y="13469"/>
                </a:lnTo>
                <a:lnTo>
                  <a:pt x="12573" y="13540"/>
                </a:lnTo>
                <a:lnTo>
                  <a:pt x="12477" y="13612"/>
                </a:lnTo>
                <a:lnTo>
                  <a:pt x="12381" y="13681"/>
                </a:lnTo>
                <a:lnTo>
                  <a:pt x="12283" y="13748"/>
                </a:lnTo>
                <a:lnTo>
                  <a:pt x="12185" y="13814"/>
                </a:lnTo>
                <a:lnTo>
                  <a:pt x="12084" y="13878"/>
                </a:lnTo>
                <a:lnTo>
                  <a:pt x="11984" y="13940"/>
                </a:lnTo>
                <a:lnTo>
                  <a:pt x="11881" y="14001"/>
                </a:lnTo>
                <a:lnTo>
                  <a:pt x="11779" y="14062"/>
                </a:lnTo>
                <a:lnTo>
                  <a:pt x="11674" y="14119"/>
                </a:lnTo>
                <a:lnTo>
                  <a:pt x="11568" y="14175"/>
                </a:lnTo>
                <a:lnTo>
                  <a:pt x="11461" y="14229"/>
                </a:lnTo>
                <a:lnTo>
                  <a:pt x="11354" y="14282"/>
                </a:lnTo>
                <a:lnTo>
                  <a:pt x="11245" y="14333"/>
                </a:lnTo>
                <a:lnTo>
                  <a:pt x="11136" y="14382"/>
                </a:lnTo>
                <a:lnTo>
                  <a:pt x="11025" y="14429"/>
                </a:lnTo>
                <a:lnTo>
                  <a:pt x="10914" y="14475"/>
                </a:lnTo>
                <a:lnTo>
                  <a:pt x="10802" y="14519"/>
                </a:lnTo>
                <a:lnTo>
                  <a:pt x="10688" y="14561"/>
                </a:lnTo>
                <a:lnTo>
                  <a:pt x="10573" y="14601"/>
                </a:lnTo>
                <a:lnTo>
                  <a:pt x="10458" y="14639"/>
                </a:lnTo>
                <a:lnTo>
                  <a:pt x="10342" y="14676"/>
                </a:lnTo>
                <a:lnTo>
                  <a:pt x="10225" y="14710"/>
                </a:lnTo>
                <a:lnTo>
                  <a:pt x="10107" y="14743"/>
                </a:lnTo>
                <a:lnTo>
                  <a:pt x="9989" y="14774"/>
                </a:lnTo>
                <a:lnTo>
                  <a:pt x="9869" y="14802"/>
                </a:lnTo>
                <a:lnTo>
                  <a:pt x="9749" y="14829"/>
                </a:lnTo>
                <a:lnTo>
                  <a:pt x="9628" y="14854"/>
                </a:lnTo>
                <a:lnTo>
                  <a:pt x="9507" y="14877"/>
                </a:lnTo>
                <a:lnTo>
                  <a:pt x="9383" y="14898"/>
                </a:lnTo>
                <a:lnTo>
                  <a:pt x="9450" y="14833"/>
                </a:lnTo>
                <a:lnTo>
                  <a:pt x="9516" y="14767"/>
                </a:lnTo>
                <a:lnTo>
                  <a:pt x="9582" y="14700"/>
                </a:lnTo>
                <a:lnTo>
                  <a:pt x="9645" y="14633"/>
                </a:lnTo>
                <a:lnTo>
                  <a:pt x="9710" y="14564"/>
                </a:lnTo>
                <a:lnTo>
                  <a:pt x="9772" y="14495"/>
                </a:lnTo>
                <a:lnTo>
                  <a:pt x="9835" y="14424"/>
                </a:lnTo>
                <a:lnTo>
                  <a:pt x="9897" y="14354"/>
                </a:lnTo>
                <a:lnTo>
                  <a:pt x="9958" y="14282"/>
                </a:lnTo>
                <a:lnTo>
                  <a:pt x="10019" y="14210"/>
                </a:lnTo>
                <a:lnTo>
                  <a:pt x="10078" y="14137"/>
                </a:lnTo>
                <a:lnTo>
                  <a:pt x="10138" y="14064"/>
                </a:lnTo>
                <a:lnTo>
                  <a:pt x="10195" y="13988"/>
                </a:lnTo>
                <a:lnTo>
                  <a:pt x="10254" y="13913"/>
                </a:lnTo>
                <a:lnTo>
                  <a:pt x="10310" y="13837"/>
                </a:lnTo>
                <a:lnTo>
                  <a:pt x="10367" y="13761"/>
                </a:lnTo>
                <a:lnTo>
                  <a:pt x="10422" y="13684"/>
                </a:lnTo>
                <a:lnTo>
                  <a:pt x="10476" y="13606"/>
                </a:lnTo>
                <a:lnTo>
                  <a:pt x="10531" y="13526"/>
                </a:lnTo>
                <a:lnTo>
                  <a:pt x="10584" y="13447"/>
                </a:lnTo>
                <a:lnTo>
                  <a:pt x="10636" y="13367"/>
                </a:lnTo>
                <a:lnTo>
                  <a:pt x="10688" y="13286"/>
                </a:lnTo>
                <a:lnTo>
                  <a:pt x="10739" y="13204"/>
                </a:lnTo>
                <a:lnTo>
                  <a:pt x="10789" y="13121"/>
                </a:lnTo>
                <a:lnTo>
                  <a:pt x="10839" y="13039"/>
                </a:lnTo>
                <a:lnTo>
                  <a:pt x="10888" y="12955"/>
                </a:lnTo>
                <a:lnTo>
                  <a:pt x="10935" y="12871"/>
                </a:lnTo>
                <a:lnTo>
                  <a:pt x="10982" y="12786"/>
                </a:lnTo>
                <a:lnTo>
                  <a:pt x="11028" y="12701"/>
                </a:lnTo>
                <a:lnTo>
                  <a:pt x="11074" y="12614"/>
                </a:lnTo>
                <a:lnTo>
                  <a:pt x="11119" y="12528"/>
                </a:lnTo>
                <a:lnTo>
                  <a:pt x="11162" y="12440"/>
                </a:lnTo>
                <a:close/>
                <a:moveTo>
                  <a:pt x="8474" y="14988"/>
                </a:moveTo>
                <a:lnTo>
                  <a:pt x="8474" y="11911"/>
                </a:lnTo>
                <a:lnTo>
                  <a:pt x="8545" y="11913"/>
                </a:lnTo>
                <a:lnTo>
                  <a:pt x="8616" y="11916"/>
                </a:lnTo>
                <a:lnTo>
                  <a:pt x="8687" y="11920"/>
                </a:lnTo>
                <a:lnTo>
                  <a:pt x="8757" y="11924"/>
                </a:lnTo>
                <a:lnTo>
                  <a:pt x="8828" y="11929"/>
                </a:lnTo>
                <a:lnTo>
                  <a:pt x="8899" y="11934"/>
                </a:lnTo>
                <a:lnTo>
                  <a:pt x="8969" y="11940"/>
                </a:lnTo>
                <a:lnTo>
                  <a:pt x="9039" y="11946"/>
                </a:lnTo>
                <a:lnTo>
                  <a:pt x="9108" y="11953"/>
                </a:lnTo>
                <a:lnTo>
                  <a:pt x="9178" y="11960"/>
                </a:lnTo>
                <a:lnTo>
                  <a:pt x="9248" y="11968"/>
                </a:lnTo>
                <a:lnTo>
                  <a:pt x="9317" y="11976"/>
                </a:lnTo>
                <a:lnTo>
                  <a:pt x="9387" y="11986"/>
                </a:lnTo>
                <a:lnTo>
                  <a:pt x="9455" y="11995"/>
                </a:lnTo>
                <a:lnTo>
                  <a:pt x="9524" y="12005"/>
                </a:lnTo>
                <a:lnTo>
                  <a:pt x="9593" y="12016"/>
                </a:lnTo>
                <a:lnTo>
                  <a:pt x="9661" y="12027"/>
                </a:lnTo>
                <a:lnTo>
                  <a:pt x="9729" y="12039"/>
                </a:lnTo>
                <a:lnTo>
                  <a:pt x="9797" y="12051"/>
                </a:lnTo>
                <a:lnTo>
                  <a:pt x="9865" y="12064"/>
                </a:lnTo>
                <a:lnTo>
                  <a:pt x="9932" y="12077"/>
                </a:lnTo>
                <a:lnTo>
                  <a:pt x="10000" y="12091"/>
                </a:lnTo>
                <a:lnTo>
                  <a:pt x="10067" y="12106"/>
                </a:lnTo>
                <a:lnTo>
                  <a:pt x="10134" y="12121"/>
                </a:lnTo>
                <a:lnTo>
                  <a:pt x="10200" y="12136"/>
                </a:lnTo>
                <a:lnTo>
                  <a:pt x="10267" y="12153"/>
                </a:lnTo>
                <a:lnTo>
                  <a:pt x="10334" y="12169"/>
                </a:lnTo>
                <a:lnTo>
                  <a:pt x="10399" y="12187"/>
                </a:lnTo>
                <a:lnTo>
                  <a:pt x="10465" y="12204"/>
                </a:lnTo>
                <a:lnTo>
                  <a:pt x="10531" y="12223"/>
                </a:lnTo>
                <a:lnTo>
                  <a:pt x="10596" y="12242"/>
                </a:lnTo>
                <a:lnTo>
                  <a:pt x="10661" y="12262"/>
                </a:lnTo>
                <a:lnTo>
                  <a:pt x="10610" y="12363"/>
                </a:lnTo>
                <a:lnTo>
                  <a:pt x="10557" y="12462"/>
                </a:lnTo>
                <a:lnTo>
                  <a:pt x="10504" y="12561"/>
                </a:lnTo>
                <a:lnTo>
                  <a:pt x="10450" y="12659"/>
                </a:lnTo>
                <a:lnTo>
                  <a:pt x="10393" y="12757"/>
                </a:lnTo>
                <a:lnTo>
                  <a:pt x="10337" y="12853"/>
                </a:lnTo>
                <a:lnTo>
                  <a:pt x="10279" y="12948"/>
                </a:lnTo>
                <a:lnTo>
                  <a:pt x="10220" y="13042"/>
                </a:lnTo>
                <a:lnTo>
                  <a:pt x="10159" y="13135"/>
                </a:lnTo>
                <a:lnTo>
                  <a:pt x="10099" y="13228"/>
                </a:lnTo>
                <a:lnTo>
                  <a:pt x="10036" y="13319"/>
                </a:lnTo>
                <a:lnTo>
                  <a:pt x="9972" y="13410"/>
                </a:lnTo>
                <a:lnTo>
                  <a:pt x="9909" y="13499"/>
                </a:lnTo>
                <a:lnTo>
                  <a:pt x="9843" y="13588"/>
                </a:lnTo>
                <a:lnTo>
                  <a:pt x="9776" y="13675"/>
                </a:lnTo>
                <a:lnTo>
                  <a:pt x="9710" y="13761"/>
                </a:lnTo>
                <a:lnTo>
                  <a:pt x="9641" y="13846"/>
                </a:lnTo>
                <a:lnTo>
                  <a:pt x="9571" y="13930"/>
                </a:lnTo>
                <a:lnTo>
                  <a:pt x="9501" y="14012"/>
                </a:lnTo>
                <a:lnTo>
                  <a:pt x="9430" y="14095"/>
                </a:lnTo>
                <a:lnTo>
                  <a:pt x="9358" y="14175"/>
                </a:lnTo>
                <a:lnTo>
                  <a:pt x="9284" y="14255"/>
                </a:lnTo>
                <a:lnTo>
                  <a:pt x="9210" y="14333"/>
                </a:lnTo>
                <a:lnTo>
                  <a:pt x="9135" y="14410"/>
                </a:lnTo>
                <a:lnTo>
                  <a:pt x="9059" y="14487"/>
                </a:lnTo>
                <a:lnTo>
                  <a:pt x="8982" y="14562"/>
                </a:lnTo>
                <a:lnTo>
                  <a:pt x="8904" y="14636"/>
                </a:lnTo>
                <a:lnTo>
                  <a:pt x="8825" y="14708"/>
                </a:lnTo>
                <a:lnTo>
                  <a:pt x="8746" y="14779"/>
                </a:lnTo>
                <a:lnTo>
                  <a:pt x="8666" y="14850"/>
                </a:lnTo>
                <a:lnTo>
                  <a:pt x="8584" y="14918"/>
                </a:lnTo>
                <a:lnTo>
                  <a:pt x="8502" y="14987"/>
                </a:lnTo>
                <a:lnTo>
                  <a:pt x="8474" y="14988"/>
                </a:lnTo>
                <a:close/>
                <a:moveTo>
                  <a:pt x="7036" y="14898"/>
                </a:moveTo>
                <a:lnTo>
                  <a:pt x="6913" y="14877"/>
                </a:lnTo>
                <a:lnTo>
                  <a:pt x="6791" y="14854"/>
                </a:lnTo>
                <a:lnTo>
                  <a:pt x="6670" y="14829"/>
                </a:lnTo>
                <a:lnTo>
                  <a:pt x="6550" y="14802"/>
                </a:lnTo>
                <a:lnTo>
                  <a:pt x="6431" y="14774"/>
                </a:lnTo>
                <a:lnTo>
                  <a:pt x="6312" y="14743"/>
                </a:lnTo>
                <a:lnTo>
                  <a:pt x="6194" y="14710"/>
                </a:lnTo>
                <a:lnTo>
                  <a:pt x="6077" y="14676"/>
                </a:lnTo>
                <a:lnTo>
                  <a:pt x="5961" y="14639"/>
                </a:lnTo>
                <a:lnTo>
                  <a:pt x="5846" y="14601"/>
                </a:lnTo>
                <a:lnTo>
                  <a:pt x="5731" y="14561"/>
                </a:lnTo>
                <a:lnTo>
                  <a:pt x="5618" y="14519"/>
                </a:lnTo>
                <a:lnTo>
                  <a:pt x="5505" y="14475"/>
                </a:lnTo>
                <a:lnTo>
                  <a:pt x="5395" y="14429"/>
                </a:lnTo>
                <a:lnTo>
                  <a:pt x="5284" y="14382"/>
                </a:lnTo>
                <a:lnTo>
                  <a:pt x="5174" y="14333"/>
                </a:lnTo>
                <a:lnTo>
                  <a:pt x="5065" y="14282"/>
                </a:lnTo>
                <a:lnTo>
                  <a:pt x="4958" y="14229"/>
                </a:lnTo>
                <a:lnTo>
                  <a:pt x="4851" y="14175"/>
                </a:lnTo>
                <a:lnTo>
                  <a:pt x="4746" y="14119"/>
                </a:lnTo>
                <a:lnTo>
                  <a:pt x="4641" y="14062"/>
                </a:lnTo>
                <a:lnTo>
                  <a:pt x="4538" y="14001"/>
                </a:lnTo>
                <a:lnTo>
                  <a:pt x="4436" y="13940"/>
                </a:lnTo>
                <a:lnTo>
                  <a:pt x="4335" y="13878"/>
                </a:lnTo>
                <a:lnTo>
                  <a:pt x="4235" y="13814"/>
                </a:lnTo>
                <a:lnTo>
                  <a:pt x="4137" y="13748"/>
                </a:lnTo>
                <a:lnTo>
                  <a:pt x="4038" y="13681"/>
                </a:lnTo>
                <a:lnTo>
                  <a:pt x="3943" y="13612"/>
                </a:lnTo>
                <a:lnTo>
                  <a:pt x="3847" y="13540"/>
                </a:lnTo>
                <a:lnTo>
                  <a:pt x="3753" y="13469"/>
                </a:lnTo>
                <a:lnTo>
                  <a:pt x="3660" y="13395"/>
                </a:lnTo>
                <a:lnTo>
                  <a:pt x="3569" y="13320"/>
                </a:lnTo>
                <a:lnTo>
                  <a:pt x="3668" y="13255"/>
                </a:lnTo>
                <a:lnTo>
                  <a:pt x="3767" y="13191"/>
                </a:lnTo>
                <a:lnTo>
                  <a:pt x="3867" y="13127"/>
                </a:lnTo>
                <a:lnTo>
                  <a:pt x="3968" y="13065"/>
                </a:lnTo>
                <a:lnTo>
                  <a:pt x="4071" y="13005"/>
                </a:lnTo>
                <a:lnTo>
                  <a:pt x="4174" y="12946"/>
                </a:lnTo>
                <a:lnTo>
                  <a:pt x="4278" y="12889"/>
                </a:lnTo>
                <a:lnTo>
                  <a:pt x="4383" y="12833"/>
                </a:lnTo>
                <a:lnTo>
                  <a:pt x="4489" y="12779"/>
                </a:lnTo>
                <a:lnTo>
                  <a:pt x="4596" y="12726"/>
                </a:lnTo>
                <a:lnTo>
                  <a:pt x="4704" y="12674"/>
                </a:lnTo>
                <a:lnTo>
                  <a:pt x="4813" y="12624"/>
                </a:lnTo>
                <a:lnTo>
                  <a:pt x="4923" y="12575"/>
                </a:lnTo>
                <a:lnTo>
                  <a:pt x="5033" y="12529"/>
                </a:lnTo>
                <a:lnTo>
                  <a:pt x="5144" y="12484"/>
                </a:lnTo>
                <a:lnTo>
                  <a:pt x="5257" y="12440"/>
                </a:lnTo>
                <a:lnTo>
                  <a:pt x="5301" y="12528"/>
                </a:lnTo>
                <a:lnTo>
                  <a:pt x="5345" y="12614"/>
                </a:lnTo>
                <a:lnTo>
                  <a:pt x="5391" y="12701"/>
                </a:lnTo>
                <a:lnTo>
                  <a:pt x="5437" y="12786"/>
                </a:lnTo>
                <a:lnTo>
                  <a:pt x="5484" y="12871"/>
                </a:lnTo>
                <a:lnTo>
                  <a:pt x="5532" y="12955"/>
                </a:lnTo>
                <a:lnTo>
                  <a:pt x="5580" y="13039"/>
                </a:lnTo>
                <a:lnTo>
                  <a:pt x="5630" y="13121"/>
                </a:lnTo>
                <a:lnTo>
                  <a:pt x="5680" y="13204"/>
                </a:lnTo>
                <a:lnTo>
                  <a:pt x="5731" y="13286"/>
                </a:lnTo>
                <a:lnTo>
                  <a:pt x="5783" y="13367"/>
                </a:lnTo>
                <a:lnTo>
                  <a:pt x="5835" y="13447"/>
                </a:lnTo>
                <a:lnTo>
                  <a:pt x="5888" y="13526"/>
                </a:lnTo>
                <a:lnTo>
                  <a:pt x="5943" y="13606"/>
                </a:lnTo>
                <a:lnTo>
                  <a:pt x="5997" y="13684"/>
                </a:lnTo>
                <a:lnTo>
                  <a:pt x="6052" y="13761"/>
                </a:lnTo>
                <a:lnTo>
                  <a:pt x="6109" y="13837"/>
                </a:lnTo>
                <a:lnTo>
                  <a:pt x="6166" y="13913"/>
                </a:lnTo>
                <a:lnTo>
                  <a:pt x="6224" y="13988"/>
                </a:lnTo>
                <a:lnTo>
                  <a:pt x="6282" y="14064"/>
                </a:lnTo>
                <a:lnTo>
                  <a:pt x="6341" y="14137"/>
                </a:lnTo>
                <a:lnTo>
                  <a:pt x="6400" y="14210"/>
                </a:lnTo>
                <a:lnTo>
                  <a:pt x="6461" y="14282"/>
                </a:lnTo>
                <a:lnTo>
                  <a:pt x="6522" y="14354"/>
                </a:lnTo>
                <a:lnTo>
                  <a:pt x="6584" y="14424"/>
                </a:lnTo>
                <a:lnTo>
                  <a:pt x="6647" y="14495"/>
                </a:lnTo>
                <a:lnTo>
                  <a:pt x="6710" y="14564"/>
                </a:lnTo>
                <a:lnTo>
                  <a:pt x="6774" y="14633"/>
                </a:lnTo>
                <a:lnTo>
                  <a:pt x="6839" y="14700"/>
                </a:lnTo>
                <a:lnTo>
                  <a:pt x="6903" y="14767"/>
                </a:lnTo>
                <a:lnTo>
                  <a:pt x="6969" y="14833"/>
                </a:lnTo>
                <a:lnTo>
                  <a:pt x="7036" y="14898"/>
                </a:lnTo>
                <a:close/>
                <a:moveTo>
                  <a:pt x="7945" y="8277"/>
                </a:moveTo>
                <a:lnTo>
                  <a:pt x="7945" y="11394"/>
                </a:lnTo>
                <a:lnTo>
                  <a:pt x="7867" y="11396"/>
                </a:lnTo>
                <a:lnTo>
                  <a:pt x="7789" y="11400"/>
                </a:lnTo>
                <a:lnTo>
                  <a:pt x="7711" y="11404"/>
                </a:lnTo>
                <a:lnTo>
                  <a:pt x="7633" y="11408"/>
                </a:lnTo>
                <a:lnTo>
                  <a:pt x="7555" y="11413"/>
                </a:lnTo>
                <a:lnTo>
                  <a:pt x="7478" y="11419"/>
                </a:lnTo>
                <a:lnTo>
                  <a:pt x="7401" y="11425"/>
                </a:lnTo>
                <a:lnTo>
                  <a:pt x="7324" y="11433"/>
                </a:lnTo>
                <a:lnTo>
                  <a:pt x="7247" y="11440"/>
                </a:lnTo>
                <a:lnTo>
                  <a:pt x="7170" y="11449"/>
                </a:lnTo>
                <a:lnTo>
                  <a:pt x="7094" y="11458"/>
                </a:lnTo>
                <a:lnTo>
                  <a:pt x="7018" y="11467"/>
                </a:lnTo>
                <a:lnTo>
                  <a:pt x="6942" y="11477"/>
                </a:lnTo>
                <a:lnTo>
                  <a:pt x="6866" y="11488"/>
                </a:lnTo>
                <a:lnTo>
                  <a:pt x="6790" y="11500"/>
                </a:lnTo>
                <a:lnTo>
                  <a:pt x="6715" y="11512"/>
                </a:lnTo>
                <a:lnTo>
                  <a:pt x="6640" y="11525"/>
                </a:lnTo>
                <a:lnTo>
                  <a:pt x="6565" y="11538"/>
                </a:lnTo>
                <a:lnTo>
                  <a:pt x="6491" y="11552"/>
                </a:lnTo>
                <a:lnTo>
                  <a:pt x="6416" y="11566"/>
                </a:lnTo>
                <a:lnTo>
                  <a:pt x="6342" y="11582"/>
                </a:lnTo>
                <a:lnTo>
                  <a:pt x="6268" y="11598"/>
                </a:lnTo>
                <a:lnTo>
                  <a:pt x="6194" y="11614"/>
                </a:lnTo>
                <a:lnTo>
                  <a:pt x="6120" y="11631"/>
                </a:lnTo>
                <a:lnTo>
                  <a:pt x="6047" y="11649"/>
                </a:lnTo>
                <a:lnTo>
                  <a:pt x="5973" y="11667"/>
                </a:lnTo>
                <a:lnTo>
                  <a:pt x="5901" y="11686"/>
                </a:lnTo>
                <a:lnTo>
                  <a:pt x="5829" y="11706"/>
                </a:lnTo>
                <a:lnTo>
                  <a:pt x="5756" y="11726"/>
                </a:lnTo>
                <a:lnTo>
                  <a:pt x="5684" y="11747"/>
                </a:lnTo>
                <a:lnTo>
                  <a:pt x="5612" y="11768"/>
                </a:lnTo>
                <a:lnTo>
                  <a:pt x="5540" y="11791"/>
                </a:lnTo>
                <a:lnTo>
                  <a:pt x="5498" y="11690"/>
                </a:lnTo>
                <a:lnTo>
                  <a:pt x="5457" y="11590"/>
                </a:lnTo>
                <a:lnTo>
                  <a:pt x="5417" y="11488"/>
                </a:lnTo>
                <a:lnTo>
                  <a:pt x="5377" y="11386"/>
                </a:lnTo>
                <a:lnTo>
                  <a:pt x="5339" y="11282"/>
                </a:lnTo>
                <a:lnTo>
                  <a:pt x="5303" y="11178"/>
                </a:lnTo>
                <a:lnTo>
                  <a:pt x="5267" y="11074"/>
                </a:lnTo>
                <a:lnTo>
                  <a:pt x="5233" y="10969"/>
                </a:lnTo>
                <a:lnTo>
                  <a:pt x="5200" y="10863"/>
                </a:lnTo>
                <a:lnTo>
                  <a:pt x="5167" y="10757"/>
                </a:lnTo>
                <a:lnTo>
                  <a:pt x="5136" y="10650"/>
                </a:lnTo>
                <a:lnTo>
                  <a:pt x="5106" y="10543"/>
                </a:lnTo>
                <a:lnTo>
                  <a:pt x="5079" y="10434"/>
                </a:lnTo>
                <a:lnTo>
                  <a:pt x="5051" y="10325"/>
                </a:lnTo>
                <a:lnTo>
                  <a:pt x="5025" y="10216"/>
                </a:lnTo>
                <a:lnTo>
                  <a:pt x="5000" y="10106"/>
                </a:lnTo>
                <a:lnTo>
                  <a:pt x="4976" y="9995"/>
                </a:lnTo>
                <a:lnTo>
                  <a:pt x="4954" y="9884"/>
                </a:lnTo>
                <a:lnTo>
                  <a:pt x="4933" y="9773"/>
                </a:lnTo>
                <a:lnTo>
                  <a:pt x="4913" y="9661"/>
                </a:lnTo>
                <a:lnTo>
                  <a:pt x="4895" y="9548"/>
                </a:lnTo>
                <a:lnTo>
                  <a:pt x="4877" y="9435"/>
                </a:lnTo>
                <a:lnTo>
                  <a:pt x="4861" y="9321"/>
                </a:lnTo>
                <a:lnTo>
                  <a:pt x="4847" y="9207"/>
                </a:lnTo>
                <a:lnTo>
                  <a:pt x="4833" y="9092"/>
                </a:lnTo>
                <a:lnTo>
                  <a:pt x="4822" y="8977"/>
                </a:lnTo>
                <a:lnTo>
                  <a:pt x="4811" y="8862"/>
                </a:lnTo>
                <a:lnTo>
                  <a:pt x="4802" y="8746"/>
                </a:lnTo>
                <a:lnTo>
                  <a:pt x="4794" y="8628"/>
                </a:lnTo>
                <a:lnTo>
                  <a:pt x="4787" y="8512"/>
                </a:lnTo>
                <a:lnTo>
                  <a:pt x="4782" y="8394"/>
                </a:lnTo>
                <a:lnTo>
                  <a:pt x="4779" y="8277"/>
                </a:lnTo>
                <a:lnTo>
                  <a:pt x="7945" y="8277"/>
                </a:lnTo>
                <a:close/>
                <a:moveTo>
                  <a:pt x="5353" y="4695"/>
                </a:moveTo>
                <a:lnTo>
                  <a:pt x="5430" y="4721"/>
                </a:lnTo>
                <a:lnTo>
                  <a:pt x="5507" y="4746"/>
                </a:lnTo>
                <a:lnTo>
                  <a:pt x="5583" y="4770"/>
                </a:lnTo>
                <a:lnTo>
                  <a:pt x="5661" y="4793"/>
                </a:lnTo>
                <a:lnTo>
                  <a:pt x="5739" y="4816"/>
                </a:lnTo>
                <a:lnTo>
                  <a:pt x="5817" y="4838"/>
                </a:lnTo>
                <a:lnTo>
                  <a:pt x="5896" y="4860"/>
                </a:lnTo>
                <a:lnTo>
                  <a:pt x="5974" y="4880"/>
                </a:lnTo>
                <a:lnTo>
                  <a:pt x="6053" y="4900"/>
                </a:lnTo>
                <a:lnTo>
                  <a:pt x="6134" y="4920"/>
                </a:lnTo>
                <a:lnTo>
                  <a:pt x="6213" y="4938"/>
                </a:lnTo>
                <a:lnTo>
                  <a:pt x="6293" y="4956"/>
                </a:lnTo>
                <a:lnTo>
                  <a:pt x="6373" y="4973"/>
                </a:lnTo>
                <a:lnTo>
                  <a:pt x="6454" y="4990"/>
                </a:lnTo>
                <a:lnTo>
                  <a:pt x="6535" y="5005"/>
                </a:lnTo>
                <a:lnTo>
                  <a:pt x="6615" y="5020"/>
                </a:lnTo>
                <a:lnTo>
                  <a:pt x="6697" y="5035"/>
                </a:lnTo>
                <a:lnTo>
                  <a:pt x="6778" y="5048"/>
                </a:lnTo>
                <a:lnTo>
                  <a:pt x="6860" y="5061"/>
                </a:lnTo>
                <a:lnTo>
                  <a:pt x="6942" y="5073"/>
                </a:lnTo>
                <a:lnTo>
                  <a:pt x="7024" y="5084"/>
                </a:lnTo>
                <a:lnTo>
                  <a:pt x="7106" y="5095"/>
                </a:lnTo>
                <a:lnTo>
                  <a:pt x="7189" y="5105"/>
                </a:lnTo>
                <a:lnTo>
                  <a:pt x="7273" y="5114"/>
                </a:lnTo>
                <a:lnTo>
                  <a:pt x="7356" y="5122"/>
                </a:lnTo>
                <a:lnTo>
                  <a:pt x="7439" y="5131"/>
                </a:lnTo>
                <a:lnTo>
                  <a:pt x="7523" y="5137"/>
                </a:lnTo>
                <a:lnTo>
                  <a:pt x="7607" y="5143"/>
                </a:lnTo>
                <a:lnTo>
                  <a:pt x="7691" y="5149"/>
                </a:lnTo>
                <a:lnTo>
                  <a:pt x="7775" y="5153"/>
                </a:lnTo>
                <a:lnTo>
                  <a:pt x="7860" y="5157"/>
                </a:lnTo>
                <a:lnTo>
                  <a:pt x="7945" y="5160"/>
                </a:lnTo>
                <a:lnTo>
                  <a:pt x="7945" y="7759"/>
                </a:lnTo>
                <a:lnTo>
                  <a:pt x="4779" y="7759"/>
                </a:lnTo>
                <a:lnTo>
                  <a:pt x="4782" y="7658"/>
                </a:lnTo>
                <a:lnTo>
                  <a:pt x="4786" y="7557"/>
                </a:lnTo>
                <a:lnTo>
                  <a:pt x="4791" y="7456"/>
                </a:lnTo>
                <a:lnTo>
                  <a:pt x="4797" y="7356"/>
                </a:lnTo>
                <a:lnTo>
                  <a:pt x="4805" y="7255"/>
                </a:lnTo>
                <a:lnTo>
                  <a:pt x="4812" y="7155"/>
                </a:lnTo>
                <a:lnTo>
                  <a:pt x="4821" y="7056"/>
                </a:lnTo>
                <a:lnTo>
                  <a:pt x="4831" y="6957"/>
                </a:lnTo>
                <a:lnTo>
                  <a:pt x="4843" y="6857"/>
                </a:lnTo>
                <a:lnTo>
                  <a:pt x="4854" y="6759"/>
                </a:lnTo>
                <a:lnTo>
                  <a:pt x="4867" y="6661"/>
                </a:lnTo>
                <a:lnTo>
                  <a:pt x="4881" y="6563"/>
                </a:lnTo>
                <a:lnTo>
                  <a:pt x="4896" y="6466"/>
                </a:lnTo>
                <a:lnTo>
                  <a:pt x="4911" y="6368"/>
                </a:lnTo>
                <a:lnTo>
                  <a:pt x="4928" y="6272"/>
                </a:lnTo>
                <a:lnTo>
                  <a:pt x="4945" y="6176"/>
                </a:lnTo>
                <a:lnTo>
                  <a:pt x="4964" y="6080"/>
                </a:lnTo>
                <a:lnTo>
                  <a:pt x="4983" y="5984"/>
                </a:lnTo>
                <a:lnTo>
                  <a:pt x="5004" y="5889"/>
                </a:lnTo>
                <a:lnTo>
                  <a:pt x="5025" y="5795"/>
                </a:lnTo>
                <a:lnTo>
                  <a:pt x="5048" y="5701"/>
                </a:lnTo>
                <a:lnTo>
                  <a:pt x="5070" y="5607"/>
                </a:lnTo>
                <a:lnTo>
                  <a:pt x="5095" y="5513"/>
                </a:lnTo>
                <a:lnTo>
                  <a:pt x="5120" y="5420"/>
                </a:lnTo>
                <a:lnTo>
                  <a:pt x="5145" y="5328"/>
                </a:lnTo>
                <a:lnTo>
                  <a:pt x="5172" y="5236"/>
                </a:lnTo>
                <a:lnTo>
                  <a:pt x="5201" y="5145"/>
                </a:lnTo>
                <a:lnTo>
                  <a:pt x="5228" y="5053"/>
                </a:lnTo>
                <a:lnTo>
                  <a:pt x="5258" y="4963"/>
                </a:lnTo>
                <a:lnTo>
                  <a:pt x="5289" y="4873"/>
                </a:lnTo>
                <a:lnTo>
                  <a:pt x="5321" y="4784"/>
                </a:lnTo>
                <a:lnTo>
                  <a:pt x="5353" y="4695"/>
                </a:lnTo>
                <a:close/>
                <a:moveTo>
                  <a:pt x="5056" y="4040"/>
                </a:moveTo>
                <a:lnTo>
                  <a:pt x="4994" y="4015"/>
                </a:lnTo>
                <a:lnTo>
                  <a:pt x="4934" y="3989"/>
                </a:lnTo>
                <a:lnTo>
                  <a:pt x="4873" y="3963"/>
                </a:lnTo>
                <a:lnTo>
                  <a:pt x="4813" y="3936"/>
                </a:lnTo>
                <a:lnTo>
                  <a:pt x="4753" y="3909"/>
                </a:lnTo>
                <a:lnTo>
                  <a:pt x="4693" y="3882"/>
                </a:lnTo>
                <a:lnTo>
                  <a:pt x="4633" y="3854"/>
                </a:lnTo>
                <a:lnTo>
                  <a:pt x="4575" y="3825"/>
                </a:lnTo>
                <a:lnTo>
                  <a:pt x="4515" y="3796"/>
                </a:lnTo>
                <a:lnTo>
                  <a:pt x="4457" y="3766"/>
                </a:lnTo>
                <a:lnTo>
                  <a:pt x="4398" y="3736"/>
                </a:lnTo>
                <a:lnTo>
                  <a:pt x="4341" y="3705"/>
                </a:lnTo>
                <a:lnTo>
                  <a:pt x="4282" y="3674"/>
                </a:lnTo>
                <a:lnTo>
                  <a:pt x="4225" y="3643"/>
                </a:lnTo>
                <a:lnTo>
                  <a:pt x="4168" y="3611"/>
                </a:lnTo>
                <a:lnTo>
                  <a:pt x="4111" y="3579"/>
                </a:lnTo>
                <a:lnTo>
                  <a:pt x="3998" y="3513"/>
                </a:lnTo>
                <a:lnTo>
                  <a:pt x="3886" y="3446"/>
                </a:lnTo>
                <a:lnTo>
                  <a:pt x="3776" y="3377"/>
                </a:lnTo>
                <a:lnTo>
                  <a:pt x="3667" y="3305"/>
                </a:lnTo>
                <a:lnTo>
                  <a:pt x="3559" y="3233"/>
                </a:lnTo>
                <a:lnTo>
                  <a:pt x="3451" y="3159"/>
                </a:lnTo>
                <a:lnTo>
                  <a:pt x="3345" y="3084"/>
                </a:lnTo>
                <a:lnTo>
                  <a:pt x="3241" y="3007"/>
                </a:lnTo>
                <a:lnTo>
                  <a:pt x="3337" y="2917"/>
                </a:lnTo>
                <a:lnTo>
                  <a:pt x="3436" y="2829"/>
                </a:lnTo>
                <a:lnTo>
                  <a:pt x="3535" y="2743"/>
                </a:lnTo>
                <a:lnTo>
                  <a:pt x="3637" y="2659"/>
                </a:lnTo>
                <a:lnTo>
                  <a:pt x="3740" y="2576"/>
                </a:lnTo>
                <a:lnTo>
                  <a:pt x="3845" y="2496"/>
                </a:lnTo>
                <a:lnTo>
                  <a:pt x="3951" y="2417"/>
                </a:lnTo>
                <a:lnTo>
                  <a:pt x="4059" y="2340"/>
                </a:lnTo>
                <a:lnTo>
                  <a:pt x="4168" y="2266"/>
                </a:lnTo>
                <a:lnTo>
                  <a:pt x="4279" y="2193"/>
                </a:lnTo>
                <a:lnTo>
                  <a:pt x="4391" y="2122"/>
                </a:lnTo>
                <a:lnTo>
                  <a:pt x="4505" y="2054"/>
                </a:lnTo>
                <a:lnTo>
                  <a:pt x="4620" y="1986"/>
                </a:lnTo>
                <a:lnTo>
                  <a:pt x="4736" y="1921"/>
                </a:lnTo>
                <a:lnTo>
                  <a:pt x="4854" y="1859"/>
                </a:lnTo>
                <a:lnTo>
                  <a:pt x="4973" y="1799"/>
                </a:lnTo>
                <a:lnTo>
                  <a:pt x="5093" y="1740"/>
                </a:lnTo>
                <a:lnTo>
                  <a:pt x="5215" y="1684"/>
                </a:lnTo>
                <a:lnTo>
                  <a:pt x="5338" y="1630"/>
                </a:lnTo>
                <a:lnTo>
                  <a:pt x="5461" y="1579"/>
                </a:lnTo>
                <a:lnTo>
                  <a:pt x="5587" y="1528"/>
                </a:lnTo>
                <a:lnTo>
                  <a:pt x="5714" y="1481"/>
                </a:lnTo>
                <a:lnTo>
                  <a:pt x="5841" y="1436"/>
                </a:lnTo>
                <a:lnTo>
                  <a:pt x="5969" y="1393"/>
                </a:lnTo>
                <a:lnTo>
                  <a:pt x="6100" y="1353"/>
                </a:lnTo>
                <a:lnTo>
                  <a:pt x="6230" y="1315"/>
                </a:lnTo>
                <a:lnTo>
                  <a:pt x="6362" y="1279"/>
                </a:lnTo>
                <a:lnTo>
                  <a:pt x="6495" y="1246"/>
                </a:lnTo>
                <a:lnTo>
                  <a:pt x="6628" y="1215"/>
                </a:lnTo>
                <a:lnTo>
                  <a:pt x="6764" y="1187"/>
                </a:lnTo>
                <a:lnTo>
                  <a:pt x="6899" y="1161"/>
                </a:lnTo>
                <a:lnTo>
                  <a:pt x="7036" y="1137"/>
                </a:lnTo>
                <a:lnTo>
                  <a:pt x="6960" y="1213"/>
                </a:lnTo>
                <a:lnTo>
                  <a:pt x="6884" y="1289"/>
                </a:lnTo>
                <a:lnTo>
                  <a:pt x="6809" y="1367"/>
                </a:lnTo>
                <a:lnTo>
                  <a:pt x="6735" y="1446"/>
                </a:lnTo>
                <a:lnTo>
                  <a:pt x="6662" y="1525"/>
                </a:lnTo>
                <a:lnTo>
                  <a:pt x="6589" y="1607"/>
                </a:lnTo>
                <a:lnTo>
                  <a:pt x="6518" y="1689"/>
                </a:lnTo>
                <a:lnTo>
                  <a:pt x="6448" y="1771"/>
                </a:lnTo>
                <a:lnTo>
                  <a:pt x="6379" y="1855"/>
                </a:lnTo>
                <a:lnTo>
                  <a:pt x="6310" y="1940"/>
                </a:lnTo>
                <a:lnTo>
                  <a:pt x="6242" y="2027"/>
                </a:lnTo>
                <a:lnTo>
                  <a:pt x="6176" y="2113"/>
                </a:lnTo>
                <a:lnTo>
                  <a:pt x="6110" y="2201"/>
                </a:lnTo>
                <a:lnTo>
                  <a:pt x="6045" y="2290"/>
                </a:lnTo>
                <a:lnTo>
                  <a:pt x="5982" y="2379"/>
                </a:lnTo>
                <a:lnTo>
                  <a:pt x="5919" y="2471"/>
                </a:lnTo>
                <a:lnTo>
                  <a:pt x="5857" y="2562"/>
                </a:lnTo>
                <a:lnTo>
                  <a:pt x="5797" y="2654"/>
                </a:lnTo>
                <a:lnTo>
                  <a:pt x="5736" y="2748"/>
                </a:lnTo>
                <a:lnTo>
                  <a:pt x="5678" y="2842"/>
                </a:lnTo>
                <a:lnTo>
                  <a:pt x="5620" y="2938"/>
                </a:lnTo>
                <a:lnTo>
                  <a:pt x="5564" y="3034"/>
                </a:lnTo>
                <a:lnTo>
                  <a:pt x="5508" y="3130"/>
                </a:lnTo>
                <a:lnTo>
                  <a:pt x="5453" y="3228"/>
                </a:lnTo>
                <a:lnTo>
                  <a:pt x="5400" y="3326"/>
                </a:lnTo>
                <a:lnTo>
                  <a:pt x="5347" y="3427"/>
                </a:lnTo>
                <a:lnTo>
                  <a:pt x="5296" y="3527"/>
                </a:lnTo>
                <a:lnTo>
                  <a:pt x="5246" y="3628"/>
                </a:lnTo>
                <a:lnTo>
                  <a:pt x="5197" y="3729"/>
                </a:lnTo>
                <a:lnTo>
                  <a:pt x="5148" y="3833"/>
                </a:lnTo>
                <a:lnTo>
                  <a:pt x="5102" y="3936"/>
                </a:lnTo>
                <a:lnTo>
                  <a:pt x="5056" y="4040"/>
                </a:lnTo>
                <a:close/>
                <a:moveTo>
                  <a:pt x="7945" y="1047"/>
                </a:moveTo>
                <a:lnTo>
                  <a:pt x="7945" y="4642"/>
                </a:lnTo>
                <a:lnTo>
                  <a:pt x="7867" y="4639"/>
                </a:lnTo>
                <a:lnTo>
                  <a:pt x="7789" y="4635"/>
                </a:lnTo>
                <a:lnTo>
                  <a:pt x="7711" y="4631"/>
                </a:lnTo>
                <a:lnTo>
                  <a:pt x="7633" y="4626"/>
                </a:lnTo>
                <a:lnTo>
                  <a:pt x="7556" y="4621"/>
                </a:lnTo>
                <a:lnTo>
                  <a:pt x="7478" y="4614"/>
                </a:lnTo>
                <a:lnTo>
                  <a:pt x="7401" y="4607"/>
                </a:lnTo>
                <a:lnTo>
                  <a:pt x="7325" y="4600"/>
                </a:lnTo>
                <a:lnTo>
                  <a:pt x="7248" y="4591"/>
                </a:lnTo>
                <a:lnTo>
                  <a:pt x="7172" y="4582"/>
                </a:lnTo>
                <a:lnTo>
                  <a:pt x="7095" y="4573"/>
                </a:lnTo>
                <a:lnTo>
                  <a:pt x="7020" y="4562"/>
                </a:lnTo>
                <a:lnTo>
                  <a:pt x="6944" y="4551"/>
                </a:lnTo>
                <a:lnTo>
                  <a:pt x="6868" y="4540"/>
                </a:lnTo>
                <a:lnTo>
                  <a:pt x="6793" y="4527"/>
                </a:lnTo>
                <a:lnTo>
                  <a:pt x="6718" y="4514"/>
                </a:lnTo>
                <a:lnTo>
                  <a:pt x="6644" y="4501"/>
                </a:lnTo>
                <a:lnTo>
                  <a:pt x="6569" y="4486"/>
                </a:lnTo>
                <a:lnTo>
                  <a:pt x="6495" y="4471"/>
                </a:lnTo>
                <a:lnTo>
                  <a:pt x="6421" y="4456"/>
                </a:lnTo>
                <a:lnTo>
                  <a:pt x="6347" y="4439"/>
                </a:lnTo>
                <a:lnTo>
                  <a:pt x="6273" y="4423"/>
                </a:lnTo>
                <a:lnTo>
                  <a:pt x="6200" y="4405"/>
                </a:lnTo>
                <a:lnTo>
                  <a:pt x="6127" y="4387"/>
                </a:lnTo>
                <a:lnTo>
                  <a:pt x="6055" y="4368"/>
                </a:lnTo>
                <a:lnTo>
                  <a:pt x="5982" y="4348"/>
                </a:lnTo>
                <a:lnTo>
                  <a:pt x="5910" y="4328"/>
                </a:lnTo>
                <a:lnTo>
                  <a:pt x="5838" y="4308"/>
                </a:lnTo>
                <a:lnTo>
                  <a:pt x="5766" y="4286"/>
                </a:lnTo>
                <a:lnTo>
                  <a:pt x="5694" y="4264"/>
                </a:lnTo>
                <a:lnTo>
                  <a:pt x="5624" y="4242"/>
                </a:lnTo>
                <a:lnTo>
                  <a:pt x="5553" y="4217"/>
                </a:lnTo>
                <a:lnTo>
                  <a:pt x="5605" y="4099"/>
                </a:lnTo>
                <a:lnTo>
                  <a:pt x="5658" y="3982"/>
                </a:lnTo>
                <a:lnTo>
                  <a:pt x="5714" y="3866"/>
                </a:lnTo>
                <a:lnTo>
                  <a:pt x="5771" y="3750"/>
                </a:lnTo>
                <a:lnTo>
                  <a:pt x="5830" y="3637"/>
                </a:lnTo>
                <a:lnTo>
                  <a:pt x="5889" y="3524"/>
                </a:lnTo>
                <a:lnTo>
                  <a:pt x="5951" y="3412"/>
                </a:lnTo>
                <a:lnTo>
                  <a:pt x="6014" y="3301"/>
                </a:lnTo>
                <a:lnTo>
                  <a:pt x="6078" y="3192"/>
                </a:lnTo>
                <a:lnTo>
                  <a:pt x="6144" y="3084"/>
                </a:lnTo>
                <a:lnTo>
                  <a:pt x="6212" y="2978"/>
                </a:lnTo>
                <a:lnTo>
                  <a:pt x="6279" y="2871"/>
                </a:lnTo>
                <a:lnTo>
                  <a:pt x="6349" y="2767"/>
                </a:lnTo>
                <a:lnTo>
                  <a:pt x="6421" y="2664"/>
                </a:lnTo>
                <a:lnTo>
                  <a:pt x="6494" y="2563"/>
                </a:lnTo>
                <a:lnTo>
                  <a:pt x="6568" y="2463"/>
                </a:lnTo>
                <a:lnTo>
                  <a:pt x="6643" y="2363"/>
                </a:lnTo>
                <a:lnTo>
                  <a:pt x="6718" y="2265"/>
                </a:lnTo>
                <a:lnTo>
                  <a:pt x="6796" y="2169"/>
                </a:lnTo>
                <a:lnTo>
                  <a:pt x="6875" y="2074"/>
                </a:lnTo>
                <a:lnTo>
                  <a:pt x="6955" y="1980"/>
                </a:lnTo>
                <a:lnTo>
                  <a:pt x="7038" y="1888"/>
                </a:lnTo>
                <a:lnTo>
                  <a:pt x="7121" y="1798"/>
                </a:lnTo>
                <a:lnTo>
                  <a:pt x="7204" y="1709"/>
                </a:lnTo>
                <a:lnTo>
                  <a:pt x="7289" y="1621"/>
                </a:lnTo>
                <a:lnTo>
                  <a:pt x="7375" y="1534"/>
                </a:lnTo>
                <a:lnTo>
                  <a:pt x="7463" y="1449"/>
                </a:lnTo>
                <a:lnTo>
                  <a:pt x="7552" y="1366"/>
                </a:lnTo>
                <a:lnTo>
                  <a:pt x="7642" y="1285"/>
                </a:lnTo>
                <a:lnTo>
                  <a:pt x="7732" y="1205"/>
                </a:lnTo>
                <a:lnTo>
                  <a:pt x="7825" y="1126"/>
                </a:lnTo>
                <a:lnTo>
                  <a:pt x="7918" y="1049"/>
                </a:lnTo>
                <a:lnTo>
                  <a:pt x="7931" y="1048"/>
                </a:lnTo>
                <a:lnTo>
                  <a:pt x="7945" y="1047"/>
                </a:lnTo>
                <a:close/>
                <a:moveTo>
                  <a:pt x="9383" y="1137"/>
                </a:moveTo>
                <a:lnTo>
                  <a:pt x="9520" y="1161"/>
                </a:lnTo>
                <a:lnTo>
                  <a:pt x="9656" y="1187"/>
                </a:lnTo>
                <a:lnTo>
                  <a:pt x="9791" y="1215"/>
                </a:lnTo>
                <a:lnTo>
                  <a:pt x="9924" y="1246"/>
                </a:lnTo>
                <a:lnTo>
                  <a:pt x="10058" y="1279"/>
                </a:lnTo>
                <a:lnTo>
                  <a:pt x="10189" y="1315"/>
                </a:lnTo>
                <a:lnTo>
                  <a:pt x="10320" y="1353"/>
                </a:lnTo>
                <a:lnTo>
                  <a:pt x="10450" y="1393"/>
                </a:lnTo>
                <a:lnTo>
                  <a:pt x="10578" y="1436"/>
                </a:lnTo>
                <a:lnTo>
                  <a:pt x="10706" y="1481"/>
                </a:lnTo>
                <a:lnTo>
                  <a:pt x="10832" y="1528"/>
                </a:lnTo>
                <a:lnTo>
                  <a:pt x="10958" y="1579"/>
                </a:lnTo>
                <a:lnTo>
                  <a:pt x="11082" y="1630"/>
                </a:lnTo>
                <a:lnTo>
                  <a:pt x="11205" y="1684"/>
                </a:lnTo>
                <a:lnTo>
                  <a:pt x="11326" y="1740"/>
                </a:lnTo>
                <a:lnTo>
                  <a:pt x="11446" y="1799"/>
                </a:lnTo>
                <a:lnTo>
                  <a:pt x="11565" y="1859"/>
                </a:lnTo>
                <a:lnTo>
                  <a:pt x="11683" y="1921"/>
                </a:lnTo>
                <a:lnTo>
                  <a:pt x="11799" y="1986"/>
                </a:lnTo>
                <a:lnTo>
                  <a:pt x="11914" y="2054"/>
                </a:lnTo>
                <a:lnTo>
                  <a:pt x="12028" y="2122"/>
                </a:lnTo>
                <a:lnTo>
                  <a:pt x="12140" y="2193"/>
                </a:lnTo>
                <a:lnTo>
                  <a:pt x="12251" y="2266"/>
                </a:lnTo>
                <a:lnTo>
                  <a:pt x="12360" y="2340"/>
                </a:lnTo>
                <a:lnTo>
                  <a:pt x="12468" y="2417"/>
                </a:lnTo>
                <a:lnTo>
                  <a:pt x="12574" y="2496"/>
                </a:lnTo>
                <a:lnTo>
                  <a:pt x="12679" y="2576"/>
                </a:lnTo>
                <a:lnTo>
                  <a:pt x="12782" y="2659"/>
                </a:lnTo>
                <a:lnTo>
                  <a:pt x="12884" y="2743"/>
                </a:lnTo>
                <a:lnTo>
                  <a:pt x="12983" y="2829"/>
                </a:lnTo>
                <a:lnTo>
                  <a:pt x="13082" y="2917"/>
                </a:lnTo>
                <a:lnTo>
                  <a:pt x="13178" y="3007"/>
                </a:lnTo>
                <a:lnTo>
                  <a:pt x="13074" y="3084"/>
                </a:lnTo>
                <a:lnTo>
                  <a:pt x="12968" y="3159"/>
                </a:lnTo>
                <a:lnTo>
                  <a:pt x="12861" y="3233"/>
                </a:lnTo>
                <a:lnTo>
                  <a:pt x="12752" y="3305"/>
                </a:lnTo>
                <a:lnTo>
                  <a:pt x="12644" y="3377"/>
                </a:lnTo>
                <a:lnTo>
                  <a:pt x="12533" y="3446"/>
                </a:lnTo>
                <a:lnTo>
                  <a:pt x="12421" y="3513"/>
                </a:lnTo>
                <a:lnTo>
                  <a:pt x="12308" y="3579"/>
                </a:lnTo>
                <a:lnTo>
                  <a:pt x="12252" y="3611"/>
                </a:lnTo>
                <a:lnTo>
                  <a:pt x="12194" y="3643"/>
                </a:lnTo>
                <a:lnTo>
                  <a:pt x="12137" y="3674"/>
                </a:lnTo>
                <a:lnTo>
                  <a:pt x="12078" y="3705"/>
                </a:lnTo>
                <a:lnTo>
                  <a:pt x="12021" y="3736"/>
                </a:lnTo>
                <a:lnTo>
                  <a:pt x="11962" y="3766"/>
                </a:lnTo>
                <a:lnTo>
                  <a:pt x="11904" y="3796"/>
                </a:lnTo>
                <a:lnTo>
                  <a:pt x="11844" y="3825"/>
                </a:lnTo>
                <a:lnTo>
                  <a:pt x="11786" y="3854"/>
                </a:lnTo>
                <a:lnTo>
                  <a:pt x="11726" y="3882"/>
                </a:lnTo>
                <a:lnTo>
                  <a:pt x="11667" y="3909"/>
                </a:lnTo>
                <a:lnTo>
                  <a:pt x="11606" y="3936"/>
                </a:lnTo>
                <a:lnTo>
                  <a:pt x="11546" y="3963"/>
                </a:lnTo>
                <a:lnTo>
                  <a:pt x="11485" y="3989"/>
                </a:lnTo>
                <a:lnTo>
                  <a:pt x="11425" y="4015"/>
                </a:lnTo>
                <a:lnTo>
                  <a:pt x="11363" y="4040"/>
                </a:lnTo>
                <a:lnTo>
                  <a:pt x="11317" y="3936"/>
                </a:lnTo>
                <a:lnTo>
                  <a:pt x="11271" y="3833"/>
                </a:lnTo>
                <a:lnTo>
                  <a:pt x="11222" y="3729"/>
                </a:lnTo>
                <a:lnTo>
                  <a:pt x="11173" y="3628"/>
                </a:lnTo>
                <a:lnTo>
                  <a:pt x="11123" y="3527"/>
                </a:lnTo>
                <a:lnTo>
                  <a:pt x="11072" y="3427"/>
                </a:lnTo>
                <a:lnTo>
                  <a:pt x="11019" y="3326"/>
                </a:lnTo>
                <a:lnTo>
                  <a:pt x="10966" y="3228"/>
                </a:lnTo>
                <a:lnTo>
                  <a:pt x="10911" y="3130"/>
                </a:lnTo>
                <a:lnTo>
                  <a:pt x="10855" y="3034"/>
                </a:lnTo>
                <a:lnTo>
                  <a:pt x="10799" y="2938"/>
                </a:lnTo>
                <a:lnTo>
                  <a:pt x="10741" y="2842"/>
                </a:lnTo>
                <a:lnTo>
                  <a:pt x="10683" y="2748"/>
                </a:lnTo>
                <a:lnTo>
                  <a:pt x="10623" y="2654"/>
                </a:lnTo>
                <a:lnTo>
                  <a:pt x="10562" y="2562"/>
                </a:lnTo>
                <a:lnTo>
                  <a:pt x="10500" y="2471"/>
                </a:lnTo>
                <a:lnTo>
                  <a:pt x="10437" y="2379"/>
                </a:lnTo>
                <a:lnTo>
                  <a:pt x="10374" y="2290"/>
                </a:lnTo>
                <a:lnTo>
                  <a:pt x="10309" y="2201"/>
                </a:lnTo>
                <a:lnTo>
                  <a:pt x="10243" y="2113"/>
                </a:lnTo>
                <a:lnTo>
                  <a:pt x="10177" y="2027"/>
                </a:lnTo>
                <a:lnTo>
                  <a:pt x="10109" y="1940"/>
                </a:lnTo>
                <a:lnTo>
                  <a:pt x="10041" y="1855"/>
                </a:lnTo>
                <a:lnTo>
                  <a:pt x="9971" y="1771"/>
                </a:lnTo>
                <a:lnTo>
                  <a:pt x="9901" y="1689"/>
                </a:lnTo>
                <a:lnTo>
                  <a:pt x="9830" y="1607"/>
                </a:lnTo>
                <a:lnTo>
                  <a:pt x="9758" y="1525"/>
                </a:lnTo>
                <a:lnTo>
                  <a:pt x="9685" y="1446"/>
                </a:lnTo>
                <a:lnTo>
                  <a:pt x="9610" y="1367"/>
                </a:lnTo>
                <a:lnTo>
                  <a:pt x="9536" y="1289"/>
                </a:lnTo>
                <a:lnTo>
                  <a:pt x="9460" y="1213"/>
                </a:lnTo>
                <a:lnTo>
                  <a:pt x="9383" y="1137"/>
                </a:lnTo>
                <a:close/>
                <a:moveTo>
                  <a:pt x="8502" y="1049"/>
                </a:moveTo>
                <a:lnTo>
                  <a:pt x="8595" y="1126"/>
                </a:lnTo>
                <a:lnTo>
                  <a:pt x="8687" y="1205"/>
                </a:lnTo>
                <a:lnTo>
                  <a:pt x="8778" y="1285"/>
                </a:lnTo>
                <a:lnTo>
                  <a:pt x="8867" y="1366"/>
                </a:lnTo>
                <a:lnTo>
                  <a:pt x="8957" y="1449"/>
                </a:lnTo>
                <a:lnTo>
                  <a:pt x="9044" y="1534"/>
                </a:lnTo>
                <a:lnTo>
                  <a:pt x="9130" y="1621"/>
                </a:lnTo>
                <a:lnTo>
                  <a:pt x="9215" y="1709"/>
                </a:lnTo>
                <a:lnTo>
                  <a:pt x="9299" y="1798"/>
                </a:lnTo>
                <a:lnTo>
                  <a:pt x="9382" y="1888"/>
                </a:lnTo>
                <a:lnTo>
                  <a:pt x="9464" y="1980"/>
                </a:lnTo>
                <a:lnTo>
                  <a:pt x="9544" y="2074"/>
                </a:lnTo>
                <a:lnTo>
                  <a:pt x="9623" y="2169"/>
                </a:lnTo>
                <a:lnTo>
                  <a:pt x="9701" y="2265"/>
                </a:lnTo>
                <a:lnTo>
                  <a:pt x="9778" y="2363"/>
                </a:lnTo>
                <a:lnTo>
                  <a:pt x="9852" y="2463"/>
                </a:lnTo>
                <a:lnTo>
                  <a:pt x="9926" y="2563"/>
                </a:lnTo>
                <a:lnTo>
                  <a:pt x="9999" y="2664"/>
                </a:lnTo>
                <a:lnTo>
                  <a:pt x="10070" y="2767"/>
                </a:lnTo>
                <a:lnTo>
                  <a:pt x="10140" y="2871"/>
                </a:lnTo>
                <a:lnTo>
                  <a:pt x="10209" y="2978"/>
                </a:lnTo>
                <a:lnTo>
                  <a:pt x="10275" y="3084"/>
                </a:lnTo>
                <a:lnTo>
                  <a:pt x="10341" y="3192"/>
                </a:lnTo>
                <a:lnTo>
                  <a:pt x="10406" y="3301"/>
                </a:lnTo>
                <a:lnTo>
                  <a:pt x="10468" y="3412"/>
                </a:lnTo>
                <a:lnTo>
                  <a:pt x="10530" y="3524"/>
                </a:lnTo>
                <a:lnTo>
                  <a:pt x="10589" y="3637"/>
                </a:lnTo>
                <a:lnTo>
                  <a:pt x="10648" y="3750"/>
                </a:lnTo>
                <a:lnTo>
                  <a:pt x="10705" y="3866"/>
                </a:lnTo>
                <a:lnTo>
                  <a:pt x="10761" y="3982"/>
                </a:lnTo>
                <a:lnTo>
                  <a:pt x="10815" y="4099"/>
                </a:lnTo>
                <a:lnTo>
                  <a:pt x="10867" y="4217"/>
                </a:lnTo>
                <a:lnTo>
                  <a:pt x="10797" y="4242"/>
                </a:lnTo>
                <a:lnTo>
                  <a:pt x="10725" y="4264"/>
                </a:lnTo>
                <a:lnTo>
                  <a:pt x="10654" y="4286"/>
                </a:lnTo>
                <a:lnTo>
                  <a:pt x="10582" y="4308"/>
                </a:lnTo>
                <a:lnTo>
                  <a:pt x="10510" y="4328"/>
                </a:lnTo>
                <a:lnTo>
                  <a:pt x="10437" y="4348"/>
                </a:lnTo>
                <a:lnTo>
                  <a:pt x="10366" y="4368"/>
                </a:lnTo>
                <a:lnTo>
                  <a:pt x="10293" y="4387"/>
                </a:lnTo>
                <a:lnTo>
                  <a:pt x="10219" y="4405"/>
                </a:lnTo>
                <a:lnTo>
                  <a:pt x="10146" y="4423"/>
                </a:lnTo>
                <a:lnTo>
                  <a:pt x="10072" y="4439"/>
                </a:lnTo>
                <a:lnTo>
                  <a:pt x="9998" y="4456"/>
                </a:lnTo>
                <a:lnTo>
                  <a:pt x="9924" y="4471"/>
                </a:lnTo>
                <a:lnTo>
                  <a:pt x="9850" y="4486"/>
                </a:lnTo>
                <a:lnTo>
                  <a:pt x="9775" y="4501"/>
                </a:lnTo>
                <a:lnTo>
                  <a:pt x="9701" y="4514"/>
                </a:lnTo>
                <a:lnTo>
                  <a:pt x="9626" y="4527"/>
                </a:lnTo>
                <a:lnTo>
                  <a:pt x="9551" y="4540"/>
                </a:lnTo>
                <a:lnTo>
                  <a:pt x="9475" y="4551"/>
                </a:lnTo>
                <a:lnTo>
                  <a:pt x="9400" y="4562"/>
                </a:lnTo>
                <a:lnTo>
                  <a:pt x="9324" y="4573"/>
                </a:lnTo>
                <a:lnTo>
                  <a:pt x="9247" y="4582"/>
                </a:lnTo>
                <a:lnTo>
                  <a:pt x="9171" y="4591"/>
                </a:lnTo>
                <a:lnTo>
                  <a:pt x="9094" y="4600"/>
                </a:lnTo>
                <a:lnTo>
                  <a:pt x="9018" y="4607"/>
                </a:lnTo>
                <a:lnTo>
                  <a:pt x="8940" y="4614"/>
                </a:lnTo>
                <a:lnTo>
                  <a:pt x="8863" y="4621"/>
                </a:lnTo>
                <a:lnTo>
                  <a:pt x="8786" y="4626"/>
                </a:lnTo>
                <a:lnTo>
                  <a:pt x="8708" y="4631"/>
                </a:lnTo>
                <a:lnTo>
                  <a:pt x="8630" y="4635"/>
                </a:lnTo>
                <a:lnTo>
                  <a:pt x="8552" y="4639"/>
                </a:lnTo>
                <a:lnTo>
                  <a:pt x="8474" y="4642"/>
                </a:lnTo>
                <a:lnTo>
                  <a:pt x="8474" y="1047"/>
                </a:lnTo>
                <a:lnTo>
                  <a:pt x="8489" y="1048"/>
                </a:lnTo>
                <a:lnTo>
                  <a:pt x="8502" y="1049"/>
                </a:lnTo>
                <a:close/>
                <a:moveTo>
                  <a:pt x="7917" y="14987"/>
                </a:moveTo>
                <a:lnTo>
                  <a:pt x="7835" y="14918"/>
                </a:lnTo>
                <a:lnTo>
                  <a:pt x="7754" y="14850"/>
                </a:lnTo>
                <a:lnTo>
                  <a:pt x="7673" y="14779"/>
                </a:lnTo>
                <a:lnTo>
                  <a:pt x="7594" y="14708"/>
                </a:lnTo>
                <a:lnTo>
                  <a:pt x="7515" y="14636"/>
                </a:lnTo>
                <a:lnTo>
                  <a:pt x="7437" y="14562"/>
                </a:lnTo>
                <a:lnTo>
                  <a:pt x="7360" y="14487"/>
                </a:lnTo>
                <a:lnTo>
                  <a:pt x="7284" y="14410"/>
                </a:lnTo>
                <a:lnTo>
                  <a:pt x="7209" y="14333"/>
                </a:lnTo>
                <a:lnTo>
                  <a:pt x="7135" y="14255"/>
                </a:lnTo>
                <a:lnTo>
                  <a:pt x="7061" y="14175"/>
                </a:lnTo>
                <a:lnTo>
                  <a:pt x="6989" y="14095"/>
                </a:lnTo>
                <a:lnTo>
                  <a:pt x="6919" y="14012"/>
                </a:lnTo>
                <a:lnTo>
                  <a:pt x="6848" y="13930"/>
                </a:lnTo>
                <a:lnTo>
                  <a:pt x="6778" y="13846"/>
                </a:lnTo>
                <a:lnTo>
                  <a:pt x="6710" y="13761"/>
                </a:lnTo>
                <a:lnTo>
                  <a:pt x="6643" y="13675"/>
                </a:lnTo>
                <a:lnTo>
                  <a:pt x="6576" y="13588"/>
                </a:lnTo>
                <a:lnTo>
                  <a:pt x="6511" y="13499"/>
                </a:lnTo>
                <a:lnTo>
                  <a:pt x="6447" y="13410"/>
                </a:lnTo>
                <a:lnTo>
                  <a:pt x="6383" y="13319"/>
                </a:lnTo>
                <a:lnTo>
                  <a:pt x="6321" y="13228"/>
                </a:lnTo>
                <a:lnTo>
                  <a:pt x="6260" y="13135"/>
                </a:lnTo>
                <a:lnTo>
                  <a:pt x="6199" y="13042"/>
                </a:lnTo>
                <a:lnTo>
                  <a:pt x="6141" y="12948"/>
                </a:lnTo>
                <a:lnTo>
                  <a:pt x="6082" y="12853"/>
                </a:lnTo>
                <a:lnTo>
                  <a:pt x="6026" y="12757"/>
                </a:lnTo>
                <a:lnTo>
                  <a:pt x="5969" y="12659"/>
                </a:lnTo>
                <a:lnTo>
                  <a:pt x="5915" y="12561"/>
                </a:lnTo>
                <a:lnTo>
                  <a:pt x="5862" y="12462"/>
                </a:lnTo>
                <a:lnTo>
                  <a:pt x="5809" y="12363"/>
                </a:lnTo>
                <a:lnTo>
                  <a:pt x="5758" y="12262"/>
                </a:lnTo>
                <a:lnTo>
                  <a:pt x="5823" y="12242"/>
                </a:lnTo>
                <a:lnTo>
                  <a:pt x="5888" y="12223"/>
                </a:lnTo>
                <a:lnTo>
                  <a:pt x="5954" y="12204"/>
                </a:lnTo>
                <a:lnTo>
                  <a:pt x="6020" y="12187"/>
                </a:lnTo>
                <a:lnTo>
                  <a:pt x="6086" y="12169"/>
                </a:lnTo>
                <a:lnTo>
                  <a:pt x="6152" y="12153"/>
                </a:lnTo>
                <a:lnTo>
                  <a:pt x="6219" y="12136"/>
                </a:lnTo>
                <a:lnTo>
                  <a:pt x="6285" y="12121"/>
                </a:lnTo>
                <a:lnTo>
                  <a:pt x="6352" y="12106"/>
                </a:lnTo>
                <a:lnTo>
                  <a:pt x="6420" y="12091"/>
                </a:lnTo>
                <a:lnTo>
                  <a:pt x="6487" y="12077"/>
                </a:lnTo>
                <a:lnTo>
                  <a:pt x="6554" y="12064"/>
                </a:lnTo>
                <a:lnTo>
                  <a:pt x="6622" y="12051"/>
                </a:lnTo>
                <a:lnTo>
                  <a:pt x="6691" y="12039"/>
                </a:lnTo>
                <a:lnTo>
                  <a:pt x="6758" y="12027"/>
                </a:lnTo>
                <a:lnTo>
                  <a:pt x="6827" y="12016"/>
                </a:lnTo>
                <a:lnTo>
                  <a:pt x="6895" y="12005"/>
                </a:lnTo>
                <a:lnTo>
                  <a:pt x="6964" y="11995"/>
                </a:lnTo>
                <a:lnTo>
                  <a:pt x="7033" y="11986"/>
                </a:lnTo>
                <a:lnTo>
                  <a:pt x="7102" y="11976"/>
                </a:lnTo>
                <a:lnTo>
                  <a:pt x="7171" y="11968"/>
                </a:lnTo>
                <a:lnTo>
                  <a:pt x="7241" y="11960"/>
                </a:lnTo>
                <a:lnTo>
                  <a:pt x="7311" y="11953"/>
                </a:lnTo>
                <a:lnTo>
                  <a:pt x="7380" y="11946"/>
                </a:lnTo>
                <a:lnTo>
                  <a:pt x="7450" y="11940"/>
                </a:lnTo>
                <a:lnTo>
                  <a:pt x="7521" y="11934"/>
                </a:lnTo>
                <a:lnTo>
                  <a:pt x="7591" y="11929"/>
                </a:lnTo>
                <a:lnTo>
                  <a:pt x="7662" y="11924"/>
                </a:lnTo>
                <a:lnTo>
                  <a:pt x="7732" y="11920"/>
                </a:lnTo>
                <a:lnTo>
                  <a:pt x="7803" y="11916"/>
                </a:lnTo>
                <a:lnTo>
                  <a:pt x="7874" y="11913"/>
                </a:lnTo>
                <a:lnTo>
                  <a:pt x="7945" y="11911"/>
                </a:lnTo>
                <a:lnTo>
                  <a:pt x="7945" y="14988"/>
                </a:lnTo>
                <a:lnTo>
                  <a:pt x="7917" y="14987"/>
                </a:lnTo>
                <a:close/>
                <a:moveTo>
                  <a:pt x="15347" y="7759"/>
                </a:moveTo>
                <a:lnTo>
                  <a:pt x="12171" y="7759"/>
                </a:lnTo>
                <a:lnTo>
                  <a:pt x="12168" y="7652"/>
                </a:lnTo>
                <a:lnTo>
                  <a:pt x="12163" y="7545"/>
                </a:lnTo>
                <a:lnTo>
                  <a:pt x="12157" y="7439"/>
                </a:lnTo>
                <a:lnTo>
                  <a:pt x="12151" y="7332"/>
                </a:lnTo>
                <a:lnTo>
                  <a:pt x="12144" y="7226"/>
                </a:lnTo>
                <a:lnTo>
                  <a:pt x="12136" y="7120"/>
                </a:lnTo>
                <a:lnTo>
                  <a:pt x="12126" y="7015"/>
                </a:lnTo>
                <a:lnTo>
                  <a:pt x="12115" y="6911"/>
                </a:lnTo>
                <a:lnTo>
                  <a:pt x="12104" y="6805"/>
                </a:lnTo>
                <a:lnTo>
                  <a:pt x="12092" y="6701"/>
                </a:lnTo>
                <a:lnTo>
                  <a:pt x="12078" y="6598"/>
                </a:lnTo>
                <a:lnTo>
                  <a:pt x="12063" y="6494"/>
                </a:lnTo>
                <a:lnTo>
                  <a:pt x="12047" y="6391"/>
                </a:lnTo>
                <a:lnTo>
                  <a:pt x="12031" y="6288"/>
                </a:lnTo>
                <a:lnTo>
                  <a:pt x="12014" y="6186"/>
                </a:lnTo>
                <a:lnTo>
                  <a:pt x="11995" y="6084"/>
                </a:lnTo>
                <a:lnTo>
                  <a:pt x="11976" y="5982"/>
                </a:lnTo>
                <a:lnTo>
                  <a:pt x="11954" y="5881"/>
                </a:lnTo>
                <a:lnTo>
                  <a:pt x="11933" y="5781"/>
                </a:lnTo>
                <a:lnTo>
                  <a:pt x="11910" y="5681"/>
                </a:lnTo>
                <a:lnTo>
                  <a:pt x="11886" y="5582"/>
                </a:lnTo>
                <a:lnTo>
                  <a:pt x="11862" y="5482"/>
                </a:lnTo>
                <a:lnTo>
                  <a:pt x="11836" y="5383"/>
                </a:lnTo>
                <a:lnTo>
                  <a:pt x="11810" y="5285"/>
                </a:lnTo>
                <a:lnTo>
                  <a:pt x="11783" y="5188"/>
                </a:lnTo>
                <a:lnTo>
                  <a:pt x="11754" y="5090"/>
                </a:lnTo>
                <a:lnTo>
                  <a:pt x="11724" y="4993"/>
                </a:lnTo>
                <a:lnTo>
                  <a:pt x="11694" y="4897"/>
                </a:lnTo>
                <a:lnTo>
                  <a:pt x="11663" y="4801"/>
                </a:lnTo>
                <a:lnTo>
                  <a:pt x="11630" y="4706"/>
                </a:lnTo>
                <a:lnTo>
                  <a:pt x="11597" y="4611"/>
                </a:lnTo>
                <a:lnTo>
                  <a:pt x="11563" y="4517"/>
                </a:lnTo>
                <a:lnTo>
                  <a:pt x="11630" y="4489"/>
                </a:lnTo>
                <a:lnTo>
                  <a:pt x="11695" y="4461"/>
                </a:lnTo>
                <a:lnTo>
                  <a:pt x="11762" y="4432"/>
                </a:lnTo>
                <a:lnTo>
                  <a:pt x="11828" y="4403"/>
                </a:lnTo>
                <a:lnTo>
                  <a:pt x="11894" y="4374"/>
                </a:lnTo>
                <a:lnTo>
                  <a:pt x="11959" y="4343"/>
                </a:lnTo>
                <a:lnTo>
                  <a:pt x="12024" y="4312"/>
                </a:lnTo>
                <a:lnTo>
                  <a:pt x="12088" y="4281"/>
                </a:lnTo>
                <a:lnTo>
                  <a:pt x="12153" y="4249"/>
                </a:lnTo>
                <a:lnTo>
                  <a:pt x="12217" y="4216"/>
                </a:lnTo>
                <a:lnTo>
                  <a:pt x="12280" y="4183"/>
                </a:lnTo>
                <a:lnTo>
                  <a:pt x="12344" y="4150"/>
                </a:lnTo>
                <a:lnTo>
                  <a:pt x="12407" y="4116"/>
                </a:lnTo>
                <a:lnTo>
                  <a:pt x="12469" y="4081"/>
                </a:lnTo>
                <a:lnTo>
                  <a:pt x="12532" y="4046"/>
                </a:lnTo>
                <a:lnTo>
                  <a:pt x="12593" y="4011"/>
                </a:lnTo>
                <a:lnTo>
                  <a:pt x="12655" y="3975"/>
                </a:lnTo>
                <a:lnTo>
                  <a:pt x="12717" y="3939"/>
                </a:lnTo>
                <a:lnTo>
                  <a:pt x="12778" y="3902"/>
                </a:lnTo>
                <a:lnTo>
                  <a:pt x="12839" y="3865"/>
                </a:lnTo>
                <a:lnTo>
                  <a:pt x="12899" y="3827"/>
                </a:lnTo>
                <a:lnTo>
                  <a:pt x="12959" y="3789"/>
                </a:lnTo>
                <a:lnTo>
                  <a:pt x="13019" y="3749"/>
                </a:lnTo>
                <a:lnTo>
                  <a:pt x="13078" y="3710"/>
                </a:lnTo>
                <a:lnTo>
                  <a:pt x="13137" y="3670"/>
                </a:lnTo>
                <a:lnTo>
                  <a:pt x="13196" y="3630"/>
                </a:lnTo>
                <a:lnTo>
                  <a:pt x="13254" y="3590"/>
                </a:lnTo>
                <a:lnTo>
                  <a:pt x="13313" y="3549"/>
                </a:lnTo>
                <a:lnTo>
                  <a:pt x="13370" y="3507"/>
                </a:lnTo>
                <a:lnTo>
                  <a:pt x="13428" y="3466"/>
                </a:lnTo>
                <a:lnTo>
                  <a:pt x="13485" y="3423"/>
                </a:lnTo>
                <a:lnTo>
                  <a:pt x="13542" y="3381"/>
                </a:lnTo>
                <a:lnTo>
                  <a:pt x="13641" y="3492"/>
                </a:lnTo>
                <a:lnTo>
                  <a:pt x="13738" y="3605"/>
                </a:lnTo>
                <a:lnTo>
                  <a:pt x="13832" y="3719"/>
                </a:lnTo>
                <a:lnTo>
                  <a:pt x="13924" y="3837"/>
                </a:lnTo>
                <a:lnTo>
                  <a:pt x="14014" y="3956"/>
                </a:lnTo>
                <a:lnTo>
                  <a:pt x="14101" y="4076"/>
                </a:lnTo>
                <a:lnTo>
                  <a:pt x="14185" y="4199"/>
                </a:lnTo>
                <a:lnTo>
                  <a:pt x="14266" y="4324"/>
                </a:lnTo>
                <a:lnTo>
                  <a:pt x="14346" y="4450"/>
                </a:lnTo>
                <a:lnTo>
                  <a:pt x="14422" y="4578"/>
                </a:lnTo>
                <a:lnTo>
                  <a:pt x="14496" y="4708"/>
                </a:lnTo>
                <a:lnTo>
                  <a:pt x="14567" y="4839"/>
                </a:lnTo>
                <a:lnTo>
                  <a:pt x="14634" y="4972"/>
                </a:lnTo>
                <a:lnTo>
                  <a:pt x="14700" y="5106"/>
                </a:lnTo>
                <a:lnTo>
                  <a:pt x="14763" y="5243"/>
                </a:lnTo>
                <a:lnTo>
                  <a:pt x="14822" y="5380"/>
                </a:lnTo>
                <a:lnTo>
                  <a:pt x="14879" y="5519"/>
                </a:lnTo>
                <a:lnTo>
                  <a:pt x="14932" y="5660"/>
                </a:lnTo>
                <a:lnTo>
                  <a:pt x="14982" y="5802"/>
                </a:lnTo>
                <a:lnTo>
                  <a:pt x="15031" y="5945"/>
                </a:lnTo>
                <a:lnTo>
                  <a:pt x="15075" y="6090"/>
                </a:lnTo>
                <a:lnTo>
                  <a:pt x="15116" y="6236"/>
                </a:lnTo>
                <a:lnTo>
                  <a:pt x="15154" y="6383"/>
                </a:lnTo>
                <a:lnTo>
                  <a:pt x="15189" y="6532"/>
                </a:lnTo>
                <a:lnTo>
                  <a:pt x="15220" y="6681"/>
                </a:lnTo>
                <a:lnTo>
                  <a:pt x="15248" y="6832"/>
                </a:lnTo>
                <a:lnTo>
                  <a:pt x="15273" y="6984"/>
                </a:lnTo>
                <a:lnTo>
                  <a:pt x="15294" y="7137"/>
                </a:lnTo>
                <a:lnTo>
                  <a:pt x="15313" y="7291"/>
                </a:lnTo>
                <a:lnTo>
                  <a:pt x="15327" y="7446"/>
                </a:lnTo>
                <a:lnTo>
                  <a:pt x="15338" y="7602"/>
                </a:lnTo>
                <a:lnTo>
                  <a:pt x="15347" y="7759"/>
                </a:lnTo>
                <a:close/>
                <a:moveTo>
                  <a:pt x="8210" y="0"/>
                </a:moveTo>
                <a:lnTo>
                  <a:pt x="7787" y="10"/>
                </a:lnTo>
                <a:lnTo>
                  <a:pt x="7370" y="41"/>
                </a:lnTo>
                <a:lnTo>
                  <a:pt x="6960" y="92"/>
                </a:lnTo>
                <a:lnTo>
                  <a:pt x="6555" y="162"/>
                </a:lnTo>
                <a:lnTo>
                  <a:pt x="6158" y="253"/>
                </a:lnTo>
                <a:lnTo>
                  <a:pt x="5768" y="361"/>
                </a:lnTo>
                <a:lnTo>
                  <a:pt x="5386" y="486"/>
                </a:lnTo>
                <a:lnTo>
                  <a:pt x="5014" y="630"/>
                </a:lnTo>
                <a:lnTo>
                  <a:pt x="4651" y="791"/>
                </a:lnTo>
                <a:lnTo>
                  <a:pt x="4297" y="967"/>
                </a:lnTo>
                <a:lnTo>
                  <a:pt x="3953" y="1161"/>
                </a:lnTo>
                <a:lnTo>
                  <a:pt x="3619" y="1369"/>
                </a:lnTo>
                <a:lnTo>
                  <a:pt x="3298" y="1593"/>
                </a:lnTo>
                <a:lnTo>
                  <a:pt x="2987" y="1831"/>
                </a:lnTo>
                <a:lnTo>
                  <a:pt x="2690" y="2083"/>
                </a:lnTo>
                <a:lnTo>
                  <a:pt x="2404" y="2348"/>
                </a:lnTo>
                <a:lnTo>
                  <a:pt x="2132" y="2627"/>
                </a:lnTo>
                <a:lnTo>
                  <a:pt x="1875" y="2918"/>
                </a:lnTo>
                <a:lnTo>
                  <a:pt x="1631" y="3220"/>
                </a:lnTo>
                <a:lnTo>
                  <a:pt x="1402" y="3535"/>
                </a:lnTo>
                <a:lnTo>
                  <a:pt x="1188" y="3861"/>
                </a:lnTo>
                <a:lnTo>
                  <a:pt x="991" y="4195"/>
                </a:lnTo>
                <a:lnTo>
                  <a:pt x="810" y="4541"/>
                </a:lnTo>
                <a:lnTo>
                  <a:pt x="645" y="4897"/>
                </a:lnTo>
                <a:lnTo>
                  <a:pt x="498" y="5261"/>
                </a:lnTo>
                <a:lnTo>
                  <a:pt x="369" y="5634"/>
                </a:lnTo>
                <a:lnTo>
                  <a:pt x="259" y="6014"/>
                </a:lnTo>
                <a:lnTo>
                  <a:pt x="167" y="6402"/>
                </a:lnTo>
                <a:lnTo>
                  <a:pt x="94" y="6797"/>
                </a:lnTo>
                <a:lnTo>
                  <a:pt x="42" y="7198"/>
                </a:lnTo>
                <a:lnTo>
                  <a:pt x="10" y="7605"/>
                </a:lnTo>
                <a:lnTo>
                  <a:pt x="0" y="8018"/>
                </a:lnTo>
                <a:lnTo>
                  <a:pt x="10" y="8431"/>
                </a:lnTo>
                <a:lnTo>
                  <a:pt x="42" y="8838"/>
                </a:lnTo>
                <a:lnTo>
                  <a:pt x="94" y="9239"/>
                </a:lnTo>
                <a:lnTo>
                  <a:pt x="167" y="9634"/>
                </a:lnTo>
                <a:lnTo>
                  <a:pt x="259" y="10021"/>
                </a:lnTo>
                <a:lnTo>
                  <a:pt x="369" y="10402"/>
                </a:lnTo>
                <a:lnTo>
                  <a:pt x="498" y="10774"/>
                </a:lnTo>
                <a:lnTo>
                  <a:pt x="645" y="11139"/>
                </a:lnTo>
                <a:lnTo>
                  <a:pt x="810" y="11494"/>
                </a:lnTo>
                <a:lnTo>
                  <a:pt x="991" y="11840"/>
                </a:lnTo>
                <a:lnTo>
                  <a:pt x="1188" y="12175"/>
                </a:lnTo>
                <a:lnTo>
                  <a:pt x="1402" y="12501"/>
                </a:lnTo>
                <a:lnTo>
                  <a:pt x="1631" y="12815"/>
                </a:lnTo>
                <a:lnTo>
                  <a:pt x="1875" y="13118"/>
                </a:lnTo>
                <a:lnTo>
                  <a:pt x="2132" y="13409"/>
                </a:lnTo>
                <a:lnTo>
                  <a:pt x="2404" y="13688"/>
                </a:lnTo>
                <a:lnTo>
                  <a:pt x="2690" y="13953"/>
                </a:lnTo>
                <a:lnTo>
                  <a:pt x="2987" y="14205"/>
                </a:lnTo>
                <a:lnTo>
                  <a:pt x="3298" y="14443"/>
                </a:lnTo>
                <a:lnTo>
                  <a:pt x="3619" y="14667"/>
                </a:lnTo>
                <a:lnTo>
                  <a:pt x="3953" y="14875"/>
                </a:lnTo>
                <a:lnTo>
                  <a:pt x="4297" y="15068"/>
                </a:lnTo>
                <a:lnTo>
                  <a:pt x="4651" y="15245"/>
                </a:lnTo>
                <a:lnTo>
                  <a:pt x="5014" y="15406"/>
                </a:lnTo>
                <a:lnTo>
                  <a:pt x="5386" y="15550"/>
                </a:lnTo>
                <a:lnTo>
                  <a:pt x="5768" y="15675"/>
                </a:lnTo>
                <a:lnTo>
                  <a:pt x="6158" y="15783"/>
                </a:lnTo>
                <a:lnTo>
                  <a:pt x="6555" y="15873"/>
                </a:lnTo>
                <a:lnTo>
                  <a:pt x="6960" y="15944"/>
                </a:lnTo>
                <a:lnTo>
                  <a:pt x="7370" y="15995"/>
                </a:lnTo>
                <a:lnTo>
                  <a:pt x="7787" y="16026"/>
                </a:lnTo>
                <a:lnTo>
                  <a:pt x="8210" y="16036"/>
                </a:lnTo>
                <a:lnTo>
                  <a:pt x="8632" y="16026"/>
                </a:lnTo>
                <a:lnTo>
                  <a:pt x="9049" y="15995"/>
                </a:lnTo>
                <a:lnTo>
                  <a:pt x="9459" y="15944"/>
                </a:lnTo>
                <a:lnTo>
                  <a:pt x="9864" y="15873"/>
                </a:lnTo>
                <a:lnTo>
                  <a:pt x="10261" y="15783"/>
                </a:lnTo>
                <a:lnTo>
                  <a:pt x="10651" y="15675"/>
                </a:lnTo>
                <a:lnTo>
                  <a:pt x="11033" y="15550"/>
                </a:lnTo>
                <a:lnTo>
                  <a:pt x="11405" y="15406"/>
                </a:lnTo>
                <a:lnTo>
                  <a:pt x="11768" y="15245"/>
                </a:lnTo>
                <a:lnTo>
                  <a:pt x="12122" y="15068"/>
                </a:lnTo>
                <a:lnTo>
                  <a:pt x="12466" y="14875"/>
                </a:lnTo>
                <a:lnTo>
                  <a:pt x="12800" y="14667"/>
                </a:lnTo>
                <a:lnTo>
                  <a:pt x="13122" y="14443"/>
                </a:lnTo>
                <a:lnTo>
                  <a:pt x="13432" y="14205"/>
                </a:lnTo>
                <a:lnTo>
                  <a:pt x="13729" y="13953"/>
                </a:lnTo>
                <a:lnTo>
                  <a:pt x="14015" y="13688"/>
                </a:lnTo>
                <a:lnTo>
                  <a:pt x="14287" y="13409"/>
                </a:lnTo>
                <a:lnTo>
                  <a:pt x="14544" y="13118"/>
                </a:lnTo>
                <a:lnTo>
                  <a:pt x="14788" y="12815"/>
                </a:lnTo>
                <a:lnTo>
                  <a:pt x="15017" y="12501"/>
                </a:lnTo>
                <a:lnTo>
                  <a:pt x="15231" y="12175"/>
                </a:lnTo>
                <a:lnTo>
                  <a:pt x="15428" y="11840"/>
                </a:lnTo>
                <a:lnTo>
                  <a:pt x="15609" y="11494"/>
                </a:lnTo>
                <a:lnTo>
                  <a:pt x="15774" y="11139"/>
                </a:lnTo>
                <a:lnTo>
                  <a:pt x="15921" y="10774"/>
                </a:lnTo>
                <a:lnTo>
                  <a:pt x="16050" y="10402"/>
                </a:lnTo>
                <a:lnTo>
                  <a:pt x="16160" y="10021"/>
                </a:lnTo>
                <a:lnTo>
                  <a:pt x="16253" y="9634"/>
                </a:lnTo>
                <a:lnTo>
                  <a:pt x="16325" y="9239"/>
                </a:lnTo>
                <a:lnTo>
                  <a:pt x="16377" y="8838"/>
                </a:lnTo>
                <a:lnTo>
                  <a:pt x="16409" y="8431"/>
                </a:lnTo>
                <a:lnTo>
                  <a:pt x="16419" y="8018"/>
                </a:lnTo>
                <a:lnTo>
                  <a:pt x="16409" y="7605"/>
                </a:lnTo>
                <a:lnTo>
                  <a:pt x="16377" y="7198"/>
                </a:lnTo>
                <a:lnTo>
                  <a:pt x="16325" y="6797"/>
                </a:lnTo>
                <a:lnTo>
                  <a:pt x="16253" y="6402"/>
                </a:lnTo>
                <a:lnTo>
                  <a:pt x="16160" y="6014"/>
                </a:lnTo>
                <a:lnTo>
                  <a:pt x="16050" y="5634"/>
                </a:lnTo>
                <a:lnTo>
                  <a:pt x="15921" y="5261"/>
                </a:lnTo>
                <a:lnTo>
                  <a:pt x="15774" y="4897"/>
                </a:lnTo>
                <a:lnTo>
                  <a:pt x="15609" y="4541"/>
                </a:lnTo>
                <a:lnTo>
                  <a:pt x="15428" y="4195"/>
                </a:lnTo>
                <a:lnTo>
                  <a:pt x="15231" y="3861"/>
                </a:lnTo>
                <a:lnTo>
                  <a:pt x="15017" y="3535"/>
                </a:lnTo>
                <a:lnTo>
                  <a:pt x="14788" y="3220"/>
                </a:lnTo>
                <a:lnTo>
                  <a:pt x="14544" y="2918"/>
                </a:lnTo>
                <a:lnTo>
                  <a:pt x="14287" y="2627"/>
                </a:lnTo>
                <a:lnTo>
                  <a:pt x="14015" y="2348"/>
                </a:lnTo>
                <a:lnTo>
                  <a:pt x="13729" y="2083"/>
                </a:lnTo>
                <a:lnTo>
                  <a:pt x="13432" y="1831"/>
                </a:lnTo>
                <a:lnTo>
                  <a:pt x="13122" y="1593"/>
                </a:lnTo>
                <a:lnTo>
                  <a:pt x="12800" y="1369"/>
                </a:lnTo>
                <a:lnTo>
                  <a:pt x="12466" y="1161"/>
                </a:lnTo>
                <a:lnTo>
                  <a:pt x="12122" y="967"/>
                </a:lnTo>
                <a:lnTo>
                  <a:pt x="11768" y="791"/>
                </a:lnTo>
                <a:lnTo>
                  <a:pt x="11405" y="630"/>
                </a:lnTo>
                <a:lnTo>
                  <a:pt x="11033" y="486"/>
                </a:lnTo>
                <a:lnTo>
                  <a:pt x="10651" y="361"/>
                </a:lnTo>
                <a:lnTo>
                  <a:pt x="10261" y="253"/>
                </a:lnTo>
                <a:lnTo>
                  <a:pt x="9864" y="162"/>
                </a:lnTo>
                <a:lnTo>
                  <a:pt x="9459" y="92"/>
                </a:lnTo>
                <a:lnTo>
                  <a:pt x="9049" y="41"/>
                </a:lnTo>
                <a:lnTo>
                  <a:pt x="8632" y="10"/>
                </a:lnTo>
                <a:lnTo>
                  <a:pt x="8210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Freeform 100"/>
          <p:cNvSpPr>
            <a:spLocks noEditPoints="1"/>
          </p:cNvSpPr>
          <p:nvPr/>
        </p:nvSpPr>
        <p:spPr bwMode="auto">
          <a:xfrm>
            <a:off x="8704090" y="4327623"/>
            <a:ext cx="374394" cy="543435"/>
          </a:xfrm>
          <a:custGeom>
            <a:avLst/>
            <a:gdLst>
              <a:gd name="T0" fmla="*/ 2887 w 11063"/>
              <a:gd name="T1" fmla="*/ 9929 h 16058"/>
              <a:gd name="T2" fmla="*/ 2451 w 11063"/>
              <a:gd name="T3" fmla="*/ 9123 h 16058"/>
              <a:gd name="T4" fmla="*/ 1855 w 11063"/>
              <a:gd name="T5" fmla="*/ 8041 h 16058"/>
              <a:gd name="T6" fmla="*/ 1427 w 11063"/>
              <a:gd name="T7" fmla="*/ 7165 h 16058"/>
              <a:gd name="T8" fmla="*/ 1122 w 11063"/>
              <a:gd name="T9" fmla="*/ 6318 h 16058"/>
              <a:gd name="T10" fmla="*/ 1006 w 11063"/>
              <a:gd name="T11" fmla="*/ 5520 h 16058"/>
              <a:gd name="T12" fmla="*/ 1362 w 11063"/>
              <a:gd name="T13" fmla="*/ 3764 h 16058"/>
              <a:gd name="T14" fmla="*/ 2332 w 11063"/>
              <a:gd name="T15" fmla="*/ 2327 h 16058"/>
              <a:gd name="T16" fmla="*/ 3771 w 11063"/>
              <a:gd name="T17" fmla="*/ 1359 h 16058"/>
              <a:gd name="T18" fmla="*/ 5532 w 11063"/>
              <a:gd name="T19" fmla="*/ 1004 h 16058"/>
              <a:gd name="T20" fmla="*/ 7292 w 11063"/>
              <a:gd name="T21" fmla="*/ 1359 h 16058"/>
              <a:gd name="T22" fmla="*/ 8731 w 11063"/>
              <a:gd name="T23" fmla="*/ 2327 h 16058"/>
              <a:gd name="T24" fmla="*/ 9701 w 11063"/>
              <a:gd name="T25" fmla="*/ 3764 h 16058"/>
              <a:gd name="T26" fmla="*/ 10057 w 11063"/>
              <a:gd name="T27" fmla="*/ 5520 h 16058"/>
              <a:gd name="T28" fmla="*/ 9941 w 11063"/>
              <a:gd name="T29" fmla="*/ 6314 h 16058"/>
              <a:gd name="T30" fmla="*/ 9636 w 11063"/>
              <a:gd name="T31" fmla="*/ 7163 h 16058"/>
              <a:gd name="T32" fmla="*/ 9207 w 11063"/>
              <a:gd name="T33" fmla="*/ 8042 h 16058"/>
              <a:gd name="T34" fmla="*/ 8612 w 11063"/>
              <a:gd name="T35" fmla="*/ 9129 h 16058"/>
              <a:gd name="T36" fmla="*/ 8179 w 11063"/>
              <a:gd name="T37" fmla="*/ 9932 h 16058"/>
              <a:gd name="T38" fmla="*/ 5484 w 11063"/>
              <a:gd name="T39" fmla="*/ 15054 h 16058"/>
              <a:gd name="T40" fmla="*/ 5160 w 11063"/>
              <a:gd name="T41" fmla="*/ 15030 h 16058"/>
              <a:gd name="T42" fmla="*/ 4907 w 11063"/>
              <a:gd name="T43" fmla="*/ 14937 h 16058"/>
              <a:gd name="T44" fmla="*/ 4698 w 11063"/>
              <a:gd name="T45" fmla="*/ 14732 h 16058"/>
              <a:gd name="T46" fmla="*/ 6658 w 11063"/>
              <a:gd name="T47" fmla="*/ 14161 h 16058"/>
              <a:gd name="T48" fmla="*/ 6436 w 11063"/>
              <a:gd name="T49" fmla="*/ 14651 h 16058"/>
              <a:gd name="T50" fmla="*/ 6202 w 11063"/>
              <a:gd name="T51" fmla="*/ 14919 h 16058"/>
              <a:gd name="T52" fmla="*/ 5915 w 11063"/>
              <a:gd name="T53" fmla="*/ 15031 h 16058"/>
              <a:gd name="T54" fmla="*/ 5532 w 11063"/>
              <a:gd name="T55" fmla="*/ 15054 h 16058"/>
              <a:gd name="T56" fmla="*/ 3763 w 11063"/>
              <a:gd name="T57" fmla="*/ 12094 h 16058"/>
              <a:gd name="T58" fmla="*/ 3603 w 11063"/>
              <a:gd name="T59" fmla="*/ 11605 h 16058"/>
              <a:gd name="T60" fmla="*/ 7351 w 11063"/>
              <a:gd name="T61" fmla="*/ 11943 h 16058"/>
              <a:gd name="T62" fmla="*/ 4290 w 11063"/>
              <a:gd name="T63" fmla="*/ 13799 h 16058"/>
              <a:gd name="T64" fmla="*/ 4145 w 11063"/>
              <a:gd name="T65" fmla="*/ 13340 h 16058"/>
              <a:gd name="T66" fmla="*/ 7149 w 11063"/>
              <a:gd name="T67" fmla="*/ 12594 h 16058"/>
              <a:gd name="T68" fmla="*/ 7016 w 11063"/>
              <a:gd name="T69" fmla="*/ 13038 h 16058"/>
              <a:gd name="T70" fmla="*/ 6835 w 11063"/>
              <a:gd name="T71" fmla="*/ 13637 h 16058"/>
              <a:gd name="T72" fmla="*/ 3630 w 11063"/>
              <a:gd name="T73" fmla="*/ 335 h 16058"/>
              <a:gd name="T74" fmla="*/ 1812 w 11063"/>
              <a:gd name="T75" fmla="*/ 1434 h 16058"/>
              <a:gd name="T76" fmla="*/ 545 w 11063"/>
              <a:gd name="T77" fmla="*/ 3127 h 16058"/>
              <a:gd name="T78" fmla="*/ 7 w 11063"/>
              <a:gd name="T79" fmla="*/ 5236 h 16058"/>
              <a:gd name="T80" fmla="*/ 234 w 11063"/>
              <a:gd name="T81" fmla="*/ 6861 h 16058"/>
              <a:gd name="T82" fmla="*/ 910 w 11063"/>
              <a:gd name="T83" fmla="*/ 8405 h 16058"/>
              <a:gd name="T84" fmla="*/ 1748 w 11063"/>
              <a:gd name="T85" fmla="*/ 9927 h 16058"/>
              <a:gd name="T86" fmla="*/ 2463 w 11063"/>
              <a:gd name="T87" fmla="*/ 11392 h 16058"/>
              <a:gd name="T88" fmla="*/ 3065 w 11063"/>
              <a:gd name="T89" fmla="*/ 13245 h 16058"/>
              <a:gd name="T90" fmla="*/ 3552 w 11063"/>
              <a:gd name="T91" fmla="*/ 14718 h 16058"/>
              <a:gd name="T92" fmla="*/ 4207 w 11063"/>
              <a:gd name="T93" fmla="*/ 15672 h 16058"/>
              <a:gd name="T94" fmla="*/ 5340 w 11063"/>
              <a:gd name="T95" fmla="*/ 16053 h 16058"/>
              <a:gd name="T96" fmla="*/ 6643 w 11063"/>
              <a:gd name="T97" fmla="*/ 15823 h 16058"/>
              <a:gd name="T98" fmla="*/ 7387 w 11063"/>
              <a:gd name="T99" fmla="*/ 15011 h 16058"/>
              <a:gd name="T100" fmla="*/ 7880 w 11063"/>
              <a:gd name="T101" fmla="*/ 13666 h 16058"/>
              <a:gd name="T102" fmla="*/ 8442 w 11063"/>
              <a:gd name="T103" fmla="*/ 11841 h 16058"/>
              <a:gd name="T104" fmla="*/ 9115 w 11063"/>
              <a:gd name="T105" fmla="*/ 10307 h 16058"/>
              <a:gd name="T106" fmla="*/ 9949 w 11063"/>
              <a:gd name="T107" fmla="*/ 8788 h 16058"/>
              <a:gd name="T108" fmla="*/ 10691 w 11063"/>
              <a:gd name="T109" fmla="*/ 7241 h 16058"/>
              <a:gd name="T110" fmla="*/ 11058 w 11063"/>
              <a:gd name="T111" fmla="*/ 5709 h 16058"/>
              <a:gd name="T112" fmla="*/ 10727 w 11063"/>
              <a:gd name="T113" fmla="*/ 3622 h 16058"/>
              <a:gd name="T114" fmla="*/ 9626 w 11063"/>
              <a:gd name="T115" fmla="*/ 1809 h 16058"/>
              <a:gd name="T116" fmla="*/ 7929 w 11063"/>
              <a:gd name="T117" fmla="*/ 544 h 16058"/>
              <a:gd name="T118" fmla="*/ 5816 w 11063"/>
              <a:gd name="T119" fmla="*/ 7 h 160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063" h="16058">
                <a:moveTo>
                  <a:pt x="7881" y="10538"/>
                </a:moveTo>
                <a:lnTo>
                  <a:pt x="3187" y="10538"/>
                </a:lnTo>
                <a:lnTo>
                  <a:pt x="3140" y="10437"/>
                </a:lnTo>
                <a:lnTo>
                  <a:pt x="3092" y="10335"/>
                </a:lnTo>
                <a:lnTo>
                  <a:pt x="3041" y="10234"/>
                </a:lnTo>
                <a:lnTo>
                  <a:pt x="2991" y="10132"/>
                </a:lnTo>
                <a:lnTo>
                  <a:pt x="2940" y="10030"/>
                </a:lnTo>
                <a:lnTo>
                  <a:pt x="2887" y="9929"/>
                </a:lnTo>
                <a:lnTo>
                  <a:pt x="2835" y="9827"/>
                </a:lnTo>
                <a:lnTo>
                  <a:pt x="2781" y="9727"/>
                </a:lnTo>
                <a:lnTo>
                  <a:pt x="2728" y="9626"/>
                </a:lnTo>
                <a:lnTo>
                  <a:pt x="2672" y="9524"/>
                </a:lnTo>
                <a:lnTo>
                  <a:pt x="2618" y="9424"/>
                </a:lnTo>
                <a:lnTo>
                  <a:pt x="2563" y="9324"/>
                </a:lnTo>
                <a:lnTo>
                  <a:pt x="2507" y="9223"/>
                </a:lnTo>
                <a:lnTo>
                  <a:pt x="2451" y="9123"/>
                </a:lnTo>
                <a:lnTo>
                  <a:pt x="2396" y="9024"/>
                </a:lnTo>
                <a:lnTo>
                  <a:pt x="2340" y="8924"/>
                </a:lnTo>
                <a:lnTo>
                  <a:pt x="2217" y="8703"/>
                </a:lnTo>
                <a:lnTo>
                  <a:pt x="2094" y="8483"/>
                </a:lnTo>
                <a:lnTo>
                  <a:pt x="2034" y="8372"/>
                </a:lnTo>
                <a:lnTo>
                  <a:pt x="1973" y="8262"/>
                </a:lnTo>
                <a:lnTo>
                  <a:pt x="1914" y="8151"/>
                </a:lnTo>
                <a:lnTo>
                  <a:pt x="1855" y="8041"/>
                </a:lnTo>
                <a:lnTo>
                  <a:pt x="1796" y="7931"/>
                </a:lnTo>
                <a:lnTo>
                  <a:pt x="1740" y="7820"/>
                </a:lnTo>
                <a:lnTo>
                  <a:pt x="1684" y="7711"/>
                </a:lnTo>
                <a:lnTo>
                  <a:pt x="1629" y="7600"/>
                </a:lnTo>
                <a:lnTo>
                  <a:pt x="1576" y="7491"/>
                </a:lnTo>
                <a:lnTo>
                  <a:pt x="1525" y="7383"/>
                </a:lnTo>
                <a:lnTo>
                  <a:pt x="1475" y="7273"/>
                </a:lnTo>
                <a:lnTo>
                  <a:pt x="1427" y="7165"/>
                </a:lnTo>
                <a:lnTo>
                  <a:pt x="1381" y="7057"/>
                </a:lnTo>
                <a:lnTo>
                  <a:pt x="1337" y="6950"/>
                </a:lnTo>
                <a:lnTo>
                  <a:pt x="1294" y="6843"/>
                </a:lnTo>
                <a:lnTo>
                  <a:pt x="1255" y="6736"/>
                </a:lnTo>
                <a:lnTo>
                  <a:pt x="1218" y="6631"/>
                </a:lnTo>
                <a:lnTo>
                  <a:pt x="1183" y="6526"/>
                </a:lnTo>
                <a:lnTo>
                  <a:pt x="1151" y="6421"/>
                </a:lnTo>
                <a:lnTo>
                  <a:pt x="1122" y="6318"/>
                </a:lnTo>
                <a:lnTo>
                  <a:pt x="1095" y="6214"/>
                </a:lnTo>
                <a:lnTo>
                  <a:pt x="1072" y="6112"/>
                </a:lnTo>
                <a:lnTo>
                  <a:pt x="1053" y="6012"/>
                </a:lnTo>
                <a:lnTo>
                  <a:pt x="1036" y="5911"/>
                </a:lnTo>
                <a:lnTo>
                  <a:pt x="1023" y="5812"/>
                </a:lnTo>
                <a:lnTo>
                  <a:pt x="1014" y="5714"/>
                </a:lnTo>
                <a:lnTo>
                  <a:pt x="1008" y="5616"/>
                </a:lnTo>
                <a:lnTo>
                  <a:pt x="1006" y="5520"/>
                </a:lnTo>
                <a:lnTo>
                  <a:pt x="1012" y="5288"/>
                </a:lnTo>
                <a:lnTo>
                  <a:pt x="1029" y="5059"/>
                </a:lnTo>
                <a:lnTo>
                  <a:pt x="1058" y="4833"/>
                </a:lnTo>
                <a:lnTo>
                  <a:pt x="1098" y="4611"/>
                </a:lnTo>
                <a:lnTo>
                  <a:pt x="1149" y="4393"/>
                </a:lnTo>
                <a:lnTo>
                  <a:pt x="1210" y="4178"/>
                </a:lnTo>
                <a:lnTo>
                  <a:pt x="1280" y="3968"/>
                </a:lnTo>
                <a:lnTo>
                  <a:pt x="1362" y="3764"/>
                </a:lnTo>
                <a:lnTo>
                  <a:pt x="1452" y="3564"/>
                </a:lnTo>
                <a:lnTo>
                  <a:pt x="1553" y="3369"/>
                </a:lnTo>
                <a:lnTo>
                  <a:pt x="1661" y="3179"/>
                </a:lnTo>
                <a:lnTo>
                  <a:pt x="1779" y="2997"/>
                </a:lnTo>
                <a:lnTo>
                  <a:pt x="1906" y="2819"/>
                </a:lnTo>
                <a:lnTo>
                  <a:pt x="2041" y="2649"/>
                </a:lnTo>
                <a:lnTo>
                  <a:pt x="2182" y="2485"/>
                </a:lnTo>
                <a:lnTo>
                  <a:pt x="2332" y="2327"/>
                </a:lnTo>
                <a:lnTo>
                  <a:pt x="2490" y="2178"/>
                </a:lnTo>
                <a:lnTo>
                  <a:pt x="2654" y="2036"/>
                </a:lnTo>
                <a:lnTo>
                  <a:pt x="2825" y="1902"/>
                </a:lnTo>
                <a:lnTo>
                  <a:pt x="3003" y="1776"/>
                </a:lnTo>
                <a:lnTo>
                  <a:pt x="3186" y="1658"/>
                </a:lnTo>
                <a:lnTo>
                  <a:pt x="3376" y="1550"/>
                </a:lnTo>
                <a:lnTo>
                  <a:pt x="3571" y="1449"/>
                </a:lnTo>
                <a:lnTo>
                  <a:pt x="3771" y="1359"/>
                </a:lnTo>
                <a:lnTo>
                  <a:pt x="3977" y="1279"/>
                </a:lnTo>
                <a:lnTo>
                  <a:pt x="4187" y="1207"/>
                </a:lnTo>
                <a:lnTo>
                  <a:pt x="4402" y="1146"/>
                </a:lnTo>
                <a:lnTo>
                  <a:pt x="4620" y="1096"/>
                </a:lnTo>
                <a:lnTo>
                  <a:pt x="4843" y="1056"/>
                </a:lnTo>
                <a:lnTo>
                  <a:pt x="5069" y="1027"/>
                </a:lnTo>
                <a:lnTo>
                  <a:pt x="5299" y="1010"/>
                </a:lnTo>
                <a:lnTo>
                  <a:pt x="5532" y="1004"/>
                </a:lnTo>
                <a:lnTo>
                  <a:pt x="5764" y="1010"/>
                </a:lnTo>
                <a:lnTo>
                  <a:pt x="5993" y="1027"/>
                </a:lnTo>
                <a:lnTo>
                  <a:pt x="6219" y="1056"/>
                </a:lnTo>
                <a:lnTo>
                  <a:pt x="6443" y="1096"/>
                </a:lnTo>
                <a:lnTo>
                  <a:pt x="6661" y="1146"/>
                </a:lnTo>
                <a:lnTo>
                  <a:pt x="6876" y="1207"/>
                </a:lnTo>
                <a:lnTo>
                  <a:pt x="7086" y="1279"/>
                </a:lnTo>
                <a:lnTo>
                  <a:pt x="7292" y="1359"/>
                </a:lnTo>
                <a:lnTo>
                  <a:pt x="7492" y="1449"/>
                </a:lnTo>
                <a:lnTo>
                  <a:pt x="7687" y="1550"/>
                </a:lnTo>
                <a:lnTo>
                  <a:pt x="7877" y="1658"/>
                </a:lnTo>
                <a:lnTo>
                  <a:pt x="8060" y="1776"/>
                </a:lnTo>
                <a:lnTo>
                  <a:pt x="8238" y="1902"/>
                </a:lnTo>
                <a:lnTo>
                  <a:pt x="8409" y="2036"/>
                </a:lnTo>
                <a:lnTo>
                  <a:pt x="8573" y="2178"/>
                </a:lnTo>
                <a:lnTo>
                  <a:pt x="8731" y="2327"/>
                </a:lnTo>
                <a:lnTo>
                  <a:pt x="8881" y="2485"/>
                </a:lnTo>
                <a:lnTo>
                  <a:pt x="9022" y="2649"/>
                </a:lnTo>
                <a:lnTo>
                  <a:pt x="9157" y="2819"/>
                </a:lnTo>
                <a:lnTo>
                  <a:pt x="9283" y="2997"/>
                </a:lnTo>
                <a:lnTo>
                  <a:pt x="9402" y="3179"/>
                </a:lnTo>
                <a:lnTo>
                  <a:pt x="9510" y="3369"/>
                </a:lnTo>
                <a:lnTo>
                  <a:pt x="9611" y="3564"/>
                </a:lnTo>
                <a:lnTo>
                  <a:pt x="9701" y="3764"/>
                </a:lnTo>
                <a:lnTo>
                  <a:pt x="9783" y="3968"/>
                </a:lnTo>
                <a:lnTo>
                  <a:pt x="9853" y="4178"/>
                </a:lnTo>
                <a:lnTo>
                  <a:pt x="9914" y="4393"/>
                </a:lnTo>
                <a:lnTo>
                  <a:pt x="9965" y="4611"/>
                </a:lnTo>
                <a:lnTo>
                  <a:pt x="10005" y="4833"/>
                </a:lnTo>
                <a:lnTo>
                  <a:pt x="10034" y="5059"/>
                </a:lnTo>
                <a:lnTo>
                  <a:pt x="10051" y="5288"/>
                </a:lnTo>
                <a:lnTo>
                  <a:pt x="10057" y="5520"/>
                </a:lnTo>
                <a:lnTo>
                  <a:pt x="10055" y="5615"/>
                </a:lnTo>
                <a:lnTo>
                  <a:pt x="10049" y="5713"/>
                </a:lnTo>
                <a:lnTo>
                  <a:pt x="10040" y="5810"/>
                </a:lnTo>
                <a:lnTo>
                  <a:pt x="10027" y="5908"/>
                </a:lnTo>
                <a:lnTo>
                  <a:pt x="10010" y="6009"/>
                </a:lnTo>
                <a:lnTo>
                  <a:pt x="9990" y="6110"/>
                </a:lnTo>
                <a:lnTo>
                  <a:pt x="9967" y="6211"/>
                </a:lnTo>
                <a:lnTo>
                  <a:pt x="9941" y="6314"/>
                </a:lnTo>
                <a:lnTo>
                  <a:pt x="9911" y="6418"/>
                </a:lnTo>
                <a:lnTo>
                  <a:pt x="9880" y="6523"/>
                </a:lnTo>
                <a:lnTo>
                  <a:pt x="9845" y="6627"/>
                </a:lnTo>
                <a:lnTo>
                  <a:pt x="9808" y="6733"/>
                </a:lnTo>
                <a:lnTo>
                  <a:pt x="9769" y="6840"/>
                </a:lnTo>
                <a:lnTo>
                  <a:pt x="9726" y="6947"/>
                </a:lnTo>
                <a:lnTo>
                  <a:pt x="9682" y="7054"/>
                </a:lnTo>
                <a:lnTo>
                  <a:pt x="9636" y="7163"/>
                </a:lnTo>
                <a:lnTo>
                  <a:pt x="9588" y="7271"/>
                </a:lnTo>
                <a:lnTo>
                  <a:pt x="9538" y="7381"/>
                </a:lnTo>
                <a:lnTo>
                  <a:pt x="9486" y="7490"/>
                </a:lnTo>
                <a:lnTo>
                  <a:pt x="9433" y="7599"/>
                </a:lnTo>
                <a:lnTo>
                  <a:pt x="9378" y="7710"/>
                </a:lnTo>
                <a:lnTo>
                  <a:pt x="9323" y="7820"/>
                </a:lnTo>
                <a:lnTo>
                  <a:pt x="9266" y="7932"/>
                </a:lnTo>
                <a:lnTo>
                  <a:pt x="9207" y="8042"/>
                </a:lnTo>
                <a:lnTo>
                  <a:pt x="9149" y="8153"/>
                </a:lnTo>
                <a:lnTo>
                  <a:pt x="9089" y="8264"/>
                </a:lnTo>
                <a:lnTo>
                  <a:pt x="9028" y="8375"/>
                </a:lnTo>
                <a:lnTo>
                  <a:pt x="8968" y="8487"/>
                </a:lnTo>
                <a:lnTo>
                  <a:pt x="8845" y="8708"/>
                </a:lnTo>
                <a:lnTo>
                  <a:pt x="8722" y="8930"/>
                </a:lnTo>
                <a:lnTo>
                  <a:pt x="8667" y="9029"/>
                </a:lnTo>
                <a:lnTo>
                  <a:pt x="8612" y="9129"/>
                </a:lnTo>
                <a:lnTo>
                  <a:pt x="8557" y="9228"/>
                </a:lnTo>
                <a:lnTo>
                  <a:pt x="8501" y="9329"/>
                </a:lnTo>
                <a:lnTo>
                  <a:pt x="8447" y="9429"/>
                </a:lnTo>
                <a:lnTo>
                  <a:pt x="8392" y="9529"/>
                </a:lnTo>
                <a:lnTo>
                  <a:pt x="8338" y="9630"/>
                </a:lnTo>
                <a:lnTo>
                  <a:pt x="8284" y="9730"/>
                </a:lnTo>
                <a:lnTo>
                  <a:pt x="8231" y="9831"/>
                </a:lnTo>
                <a:lnTo>
                  <a:pt x="8179" y="9932"/>
                </a:lnTo>
                <a:lnTo>
                  <a:pt x="8127" y="10033"/>
                </a:lnTo>
                <a:lnTo>
                  <a:pt x="8076" y="10134"/>
                </a:lnTo>
                <a:lnTo>
                  <a:pt x="8026" y="10235"/>
                </a:lnTo>
                <a:lnTo>
                  <a:pt x="7976" y="10336"/>
                </a:lnTo>
                <a:lnTo>
                  <a:pt x="7928" y="10437"/>
                </a:lnTo>
                <a:lnTo>
                  <a:pt x="7881" y="10538"/>
                </a:lnTo>
                <a:close/>
                <a:moveTo>
                  <a:pt x="5532" y="15054"/>
                </a:moveTo>
                <a:lnTo>
                  <a:pt x="5484" y="15054"/>
                </a:lnTo>
                <a:lnTo>
                  <a:pt x="5439" y="15053"/>
                </a:lnTo>
                <a:lnTo>
                  <a:pt x="5395" y="15052"/>
                </a:lnTo>
                <a:lnTo>
                  <a:pt x="5352" y="15050"/>
                </a:lnTo>
                <a:lnTo>
                  <a:pt x="5311" y="15048"/>
                </a:lnTo>
                <a:lnTo>
                  <a:pt x="5272" y="15045"/>
                </a:lnTo>
                <a:lnTo>
                  <a:pt x="5234" y="15041"/>
                </a:lnTo>
                <a:lnTo>
                  <a:pt x="5197" y="15036"/>
                </a:lnTo>
                <a:lnTo>
                  <a:pt x="5160" y="15030"/>
                </a:lnTo>
                <a:lnTo>
                  <a:pt x="5125" y="15023"/>
                </a:lnTo>
                <a:lnTo>
                  <a:pt x="5091" y="15015"/>
                </a:lnTo>
                <a:lnTo>
                  <a:pt x="5059" y="15006"/>
                </a:lnTo>
                <a:lnTo>
                  <a:pt x="5027" y="14995"/>
                </a:lnTo>
                <a:lnTo>
                  <a:pt x="4995" y="14983"/>
                </a:lnTo>
                <a:lnTo>
                  <a:pt x="4965" y="14969"/>
                </a:lnTo>
                <a:lnTo>
                  <a:pt x="4936" y="14954"/>
                </a:lnTo>
                <a:lnTo>
                  <a:pt x="4907" y="14937"/>
                </a:lnTo>
                <a:lnTo>
                  <a:pt x="4880" y="14919"/>
                </a:lnTo>
                <a:lnTo>
                  <a:pt x="4852" y="14898"/>
                </a:lnTo>
                <a:lnTo>
                  <a:pt x="4825" y="14876"/>
                </a:lnTo>
                <a:lnTo>
                  <a:pt x="4799" y="14852"/>
                </a:lnTo>
                <a:lnTo>
                  <a:pt x="4773" y="14825"/>
                </a:lnTo>
                <a:lnTo>
                  <a:pt x="4748" y="14796"/>
                </a:lnTo>
                <a:lnTo>
                  <a:pt x="4723" y="14765"/>
                </a:lnTo>
                <a:lnTo>
                  <a:pt x="4698" y="14732"/>
                </a:lnTo>
                <a:lnTo>
                  <a:pt x="4673" y="14696"/>
                </a:lnTo>
                <a:lnTo>
                  <a:pt x="4648" y="14658"/>
                </a:lnTo>
                <a:lnTo>
                  <a:pt x="4624" y="14618"/>
                </a:lnTo>
                <a:lnTo>
                  <a:pt x="4600" y="14574"/>
                </a:lnTo>
                <a:lnTo>
                  <a:pt x="4576" y="14527"/>
                </a:lnTo>
                <a:lnTo>
                  <a:pt x="4552" y="14479"/>
                </a:lnTo>
                <a:lnTo>
                  <a:pt x="4527" y="14427"/>
                </a:lnTo>
                <a:lnTo>
                  <a:pt x="6658" y="14161"/>
                </a:lnTo>
                <a:lnTo>
                  <a:pt x="6630" y="14236"/>
                </a:lnTo>
                <a:lnTo>
                  <a:pt x="6602" y="14308"/>
                </a:lnTo>
                <a:lnTo>
                  <a:pt x="6573" y="14375"/>
                </a:lnTo>
                <a:lnTo>
                  <a:pt x="6546" y="14438"/>
                </a:lnTo>
                <a:lnTo>
                  <a:pt x="6518" y="14496"/>
                </a:lnTo>
                <a:lnTo>
                  <a:pt x="6491" y="14552"/>
                </a:lnTo>
                <a:lnTo>
                  <a:pt x="6464" y="14603"/>
                </a:lnTo>
                <a:lnTo>
                  <a:pt x="6436" y="14651"/>
                </a:lnTo>
                <a:lnTo>
                  <a:pt x="6408" y="14695"/>
                </a:lnTo>
                <a:lnTo>
                  <a:pt x="6380" y="14736"/>
                </a:lnTo>
                <a:lnTo>
                  <a:pt x="6352" y="14773"/>
                </a:lnTo>
                <a:lnTo>
                  <a:pt x="6323" y="14808"/>
                </a:lnTo>
                <a:lnTo>
                  <a:pt x="6294" y="14841"/>
                </a:lnTo>
                <a:lnTo>
                  <a:pt x="6264" y="14869"/>
                </a:lnTo>
                <a:lnTo>
                  <a:pt x="6233" y="14895"/>
                </a:lnTo>
                <a:lnTo>
                  <a:pt x="6202" y="14919"/>
                </a:lnTo>
                <a:lnTo>
                  <a:pt x="6170" y="14940"/>
                </a:lnTo>
                <a:lnTo>
                  <a:pt x="6137" y="14959"/>
                </a:lnTo>
                <a:lnTo>
                  <a:pt x="6103" y="14976"/>
                </a:lnTo>
                <a:lnTo>
                  <a:pt x="6068" y="14990"/>
                </a:lnTo>
                <a:lnTo>
                  <a:pt x="6031" y="15003"/>
                </a:lnTo>
                <a:lnTo>
                  <a:pt x="5994" y="15014"/>
                </a:lnTo>
                <a:lnTo>
                  <a:pt x="5955" y="15023"/>
                </a:lnTo>
                <a:lnTo>
                  <a:pt x="5915" y="15031"/>
                </a:lnTo>
                <a:lnTo>
                  <a:pt x="5873" y="15038"/>
                </a:lnTo>
                <a:lnTo>
                  <a:pt x="5829" y="15043"/>
                </a:lnTo>
                <a:lnTo>
                  <a:pt x="5785" y="15047"/>
                </a:lnTo>
                <a:lnTo>
                  <a:pt x="5738" y="15050"/>
                </a:lnTo>
                <a:lnTo>
                  <a:pt x="5689" y="15052"/>
                </a:lnTo>
                <a:lnTo>
                  <a:pt x="5638" y="15053"/>
                </a:lnTo>
                <a:lnTo>
                  <a:pt x="5586" y="15054"/>
                </a:lnTo>
                <a:lnTo>
                  <a:pt x="5532" y="15054"/>
                </a:lnTo>
                <a:close/>
                <a:moveTo>
                  <a:pt x="3890" y="12499"/>
                </a:moveTo>
                <a:lnTo>
                  <a:pt x="3873" y="12442"/>
                </a:lnTo>
                <a:lnTo>
                  <a:pt x="3855" y="12386"/>
                </a:lnTo>
                <a:lnTo>
                  <a:pt x="3838" y="12328"/>
                </a:lnTo>
                <a:lnTo>
                  <a:pt x="3820" y="12269"/>
                </a:lnTo>
                <a:lnTo>
                  <a:pt x="3802" y="12211"/>
                </a:lnTo>
                <a:lnTo>
                  <a:pt x="3783" y="12153"/>
                </a:lnTo>
                <a:lnTo>
                  <a:pt x="3763" y="12094"/>
                </a:lnTo>
                <a:lnTo>
                  <a:pt x="3744" y="12033"/>
                </a:lnTo>
                <a:lnTo>
                  <a:pt x="3725" y="11974"/>
                </a:lnTo>
                <a:lnTo>
                  <a:pt x="3705" y="11913"/>
                </a:lnTo>
                <a:lnTo>
                  <a:pt x="3685" y="11853"/>
                </a:lnTo>
                <a:lnTo>
                  <a:pt x="3665" y="11792"/>
                </a:lnTo>
                <a:lnTo>
                  <a:pt x="3645" y="11729"/>
                </a:lnTo>
                <a:lnTo>
                  <a:pt x="3624" y="11667"/>
                </a:lnTo>
                <a:lnTo>
                  <a:pt x="3603" y="11605"/>
                </a:lnTo>
                <a:lnTo>
                  <a:pt x="3581" y="11542"/>
                </a:lnTo>
                <a:lnTo>
                  <a:pt x="7487" y="11542"/>
                </a:lnTo>
                <a:lnTo>
                  <a:pt x="7464" y="11609"/>
                </a:lnTo>
                <a:lnTo>
                  <a:pt x="7440" y="11677"/>
                </a:lnTo>
                <a:lnTo>
                  <a:pt x="7417" y="11744"/>
                </a:lnTo>
                <a:lnTo>
                  <a:pt x="7395" y="11811"/>
                </a:lnTo>
                <a:lnTo>
                  <a:pt x="7373" y="11878"/>
                </a:lnTo>
                <a:lnTo>
                  <a:pt x="7351" y="11943"/>
                </a:lnTo>
                <a:lnTo>
                  <a:pt x="7330" y="12008"/>
                </a:lnTo>
                <a:lnTo>
                  <a:pt x="7309" y="12074"/>
                </a:lnTo>
                <a:lnTo>
                  <a:pt x="3890" y="12499"/>
                </a:lnTo>
                <a:close/>
                <a:moveTo>
                  <a:pt x="6835" y="13637"/>
                </a:moveTo>
                <a:lnTo>
                  <a:pt x="4342" y="13948"/>
                </a:lnTo>
                <a:lnTo>
                  <a:pt x="4325" y="13899"/>
                </a:lnTo>
                <a:lnTo>
                  <a:pt x="4309" y="13850"/>
                </a:lnTo>
                <a:lnTo>
                  <a:pt x="4290" y="13799"/>
                </a:lnTo>
                <a:lnTo>
                  <a:pt x="4273" y="13747"/>
                </a:lnTo>
                <a:lnTo>
                  <a:pt x="4256" y="13693"/>
                </a:lnTo>
                <a:lnTo>
                  <a:pt x="4238" y="13638"/>
                </a:lnTo>
                <a:lnTo>
                  <a:pt x="4220" y="13582"/>
                </a:lnTo>
                <a:lnTo>
                  <a:pt x="4202" y="13524"/>
                </a:lnTo>
                <a:lnTo>
                  <a:pt x="4183" y="13465"/>
                </a:lnTo>
                <a:lnTo>
                  <a:pt x="4164" y="13403"/>
                </a:lnTo>
                <a:lnTo>
                  <a:pt x="4145" y="13340"/>
                </a:lnTo>
                <a:lnTo>
                  <a:pt x="4124" y="13276"/>
                </a:lnTo>
                <a:lnTo>
                  <a:pt x="4104" y="13210"/>
                </a:lnTo>
                <a:lnTo>
                  <a:pt x="4083" y="13141"/>
                </a:lnTo>
                <a:lnTo>
                  <a:pt x="4062" y="13070"/>
                </a:lnTo>
                <a:lnTo>
                  <a:pt x="4041" y="12998"/>
                </a:lnTo>
                <a:lnTo>
                  <a:pt x="4038" y="12990"/>
                </a:lnTo>
                <a:lnTo>
                  <a:pt x="4036" y="12983"/>
                </a:lnTo>
                <a:lnTo>
                  <a:pt x="7149" y="12594"/>
                </a:lnTo>
                <a:lnTo>
                  <a:pt x="7132" y="12651"/>
                </a:lnTo>
                <a:lnTo>
                  <a:pt x="7116" y="12707"/>
                </a:lnTo>
                <a:lnTo>
                  <a:pt x="7098" y="12763"/>
                </a:lnTo>
                <a:lnTo>
                  <a:pt x="7081" y="12819"/>
                </a:lnTo>
                <a:lnTo>
                  <a:pt x="7064" y="12876"/>
                </a:lnTo>
                <a:lnTo>
                  <a:pt x="7047" y="12931"/>
                </a:lnTo>
                <a:lnTo>
                  <a:pt x="7031" y="12985"/>
                </a:lnTo>
                <a:lnTo>
                  <a:pt x="7016" y="13038"/>
                </a:lnTo>
                <a:lnTo>
                  <a:pt x="6992" y="13121"/>
                </a:lnTo>
                <a:lnTo>
                  <a:pt x="6968" y="13202"/>
                </a:lnTo>
                <a:lnTo>
                  <a:pt x="6945" y="13280"/>
                </a:lnTo>
                <a:lnTo>
                  <a:pt x="6921" y="13355"/>
                </a:lnTo>
                <a:lnTo>
                  <a:pt x="6899" y="13429"/>
                </a:lnTo>
                <a:lnTo>
                  <a:pt x="6878" y="13500"/>
                </a:lnTo>
                <a:lnTo>
                  <a:pt x="6856" y="13570"/>
                </a:lnTo>
                <a:lnTo>
                  <a:pt x="6835" y="13637"/>
                </a:lnTo>
                <a:close/>
                <a:moveTo>
                  <a:pt x="5532" y="0"/>
                </a:moveTo>
                <a:lnTo>
                  <a:pt x="5247" y="7"/>
                </a:lnTo>
                <a:lnTo>
                  <a:pt x="4966" y="28"/>
                </a:lnTo>
                <a:lnTo>
                  <a:pt x="4689" y="63"/>
                </a:lnTo>
                <a:lnTo>
                  <a:pt x="4417" y="112"/>
                </a:lnTo>
                <a:lnTo>
                  <a:pt x="4149" y="174"/>
                </a:lnTo>
                <a:lnTo>
                  <a:pt x="3886" y="248"/>
                </a:lnTo>
                <a:lnTo>
                  <a:pt x="3630" y="335"/>
                </a:lnTo>
                <a:lnTo>
                  <a:pt x="3378" y="434"/>
                </a:lnTo>
                <a:lnTo>
                  <a:pt x="3133" y="544"/>
                </a:lnTo>
                <a:lnTo>
                  <a:pt x="2894" y="666"/>
                </a:lnTo>
                <a:lnTo>
                  <a:pt x="2663" y="799"/>
                </a:lnTo>
                <a:lnTo>
                  <a:pt x="2439" y="942"/>
                </a:lnTo>
                <a:lnTo>
                  <a:pt x="2222" y="1097"/>
                </a:lnTo>
                <a:lnTo>
                  <a:pt x="2013" y="1261"/>
                </a:lnTo>
                <a:lnTo>
                  <a:pt x="1812" y="1434"/>
                </a:lnTo>
                <a:lnTo>
                  <a:pt x="1620" y="1617"/>
                </a:lnTo>
                <a:lnTo>
                  <a:pt x="1437" y="1809"/>
                </a:lnTo>
                <a:lnTo>
                  <a:pt x="1263" y="2009"/>
                </a:lnTo>
                <a:lnTo>
                  <a:pt x="1099" y="2217"/>
                </a:lnTo>
                <a:lnTo>
                  <a:pt x="944" y="2434"/>
                </a:lnTo>
                <a:lnTo>
                  <a:pt x="801" y="2658"/>
                </a:lnTo>
                <a:lnTo>
                  <a:pt x="668" y="2888"/>
                </a:lnTo>
                <a:lnTo>
                  <a:pt x="545" y="3127"/>
                </a:lnTo>
                <a:lnTo>
                  <a:pt x="434" y="3371"/>
                </a:lnTo>
                <a:lnTo>
                  <a:pt x="336" y="3622"/>
                </a:lnTo>
                <a:lnTo>
                  <a:pt x="248" y="3879"/>
                </a:lnTo>
                <a:lnTo>
                  <a:pt x="174" y="4141"/>
                </a:lnTo>
                <a:lnTo>
                  <a:pt x="113" y="4408"/>
                </a:lnTo>
                <a:lnTo>
                  <a:pt x="63" y="4679"/>
                </a:lnTo>
                <a:lnTo>
                  <a:pt x="28" y="4956"/>
                </a:lnTo>
                <a:lnTo>
                  <a:pt x="7" y="5236"/>
                </a:lnTo>
                <a:lnTo>
                  <a:pt x="0" y="5520"/>
                </a:lnTo>
                <a:lnTo>
                  <a:pt x="5" y="5710"/>
                </a:lnTo>
                <a:lnTo>
                  <a:pt x="21" y="5900"/>
                </a:lnTo>
                <a:lnTo>
                  <a:pt x="46" y="6092"/>
                </a:lnTo>
                <a:lnTo>
                  <a:pt x="81" y="6284"/>
                </a:lnTo>
                <a:lnTo>
                  <a:pt x="125" y="6475"/>
                </a:lnTo>
                <a:lnTo>
                  <a:pt x="176" y="6668"/>
                </a:lnTo>
                <a:lnTo>
                  <a:pt x="234" y="6861"/>
                </a:lnTo>
                <a:lnTo>
                  <a:pt x="301" y="7053"/>
                </a:lnTo>
                <a:lnTo>
                  <a:pt x="373" y="7247"/>
                </a:lnTo>
                <a:lnTo>
                  <a:pt x="451" y="7440"/>
                </a:lnTo>
                <a:lnTo>
                  <a:pt x="534" y="7634"/>
                </a:lnTo>
                <a:lnTo>
                  <a:pt x="623" y="7826"/>
                </a:lnTo>
                <a:lnTo>
                  <a:pt x="715" y="8020"/>
                </a:lnTo>
                <a:lnTo>
                  <a:pt x="811" y="8213"/>
                </a:lnTo>
                <a:lnTo>
                  <a:pt x="910" y="8405"/>
                </a:lnTo>
                <a:lnTo>
                  <a:pt x="1012" y="8597"/>
                </a:lnTo>
                <a:lnTo>
                  <a:pt x="1115" y="8789"/>
                </a:lnTo>
                <a:lnTo>
                  <a:pt x="1221" y="8980"/>
                </a:lnTo>
                <a:lnTo>
                  <a:pt x="1327" y="9171"/>
                </a:lnTo>
                <a:lnTo>
                  <a:pt x="1433" y="9361"/>
                </a:lnTo>
                <a:lnTo>
                  <a:pt x="1539" y="9550"/>
                </a:lnTo>
                <a:lnTo>
                  <a:pt x="1644" y="9739"/>
                </a:lnTo>
                <a:lnTo>
                  <a:pt x="1748" y="9927"/>
                </a:lnTo>
                <a:lnTo>
                  <a:pt x="1850" y="10115"/>
                </a:lnTo>
                <a:lnTo>
                  <a:pt x="1949" y="10300"/>
                </a:lnTo>
                <a:lnTo>
                  <a:pt x="2046" y="10485"/>
                </a:lnTo>
                <a:lnTo>
                  <a:pt x="2138" y="10670"/>
                </a:lnTo>
                <a:lnTo>
                  <a:pt x="2228" y="10852"/>
                </a:lnTo>
                <a:lnTo>
                  <a:pt x="2311" y="11033"/>
                </a:lnTo>
                <a:lnTo>
                  <a:pt x="2391" y="11214"/>
                </a:lnTo>
                <a:lnTo>
                  <a:pt x="2463" y="11392"/>
                </a:lnTo>
                <a:lnTo>
                  <a:pt x="2529" y="11569"/>
                </a:lnTo>
                <a:lnTo>
                  <a:pt x="2621" y="11829"/>
                </a:lnTo>
                <a:lnTo>
                  <a:pt x="2706" y="12083"/>
                </a:lnTo>
                <a:lnTo>
                  <a:pt x="2787" y="12329"/>
                </a:lnTo>
                <a:lnTo>
                  <a:pt x="2861" y="12568"/>
                </a:lnTo>
                <a:lnTo>
                  <a:pt x="2933" y="12801"/>
                </a:lnTo>
                <a:lnTo>
                  <a:pt x="3000" y="13026"/>
                </a:lnTo>
                <a:lnTo>
                  <a:pt x="3065" y="13245"/>
                </a:lnTo>
                <a:lnTo>
                  <a:pt x="3128" y="13456"/>
                </a:lnTo>
                <a:lnTo>
                  <a:pt x="3188" y="13658"/>
                </a:lnTo>
                <a:lnTo>
                  <a:pt x="3248" y="13855"/>
                </a:lnTo>
                <a:lnTo>
                  <a:pt x="3308" y="14043"/>
                </a:lnTo>
                <a:lnTo>
                  <a:pt x="3367" y="14223"/>
                </a:lnTo>
                <a:lnTo>
                  <a:pt x="3428" y="14396"/>
                </a:lnTo>
                <a:lnTo>
                  <a:pt x="3489" y="14562"/>
                </a:lnTo>
                <a:lnTo>
                  <a:pt x="3552" y="14718"/>
                </a:lnTo>
                <a:lnTo>
                  <a:pt x="3619" y="14867"/>
                </a:lnTo>
                <a:lnTo>
                  <a:pt x="3688" y="15007"/>
                </a:lnTo>
                <a:lnTo>
                  <a:pt x="3761" y="15140"/>
                </a:lnTo>
                <a:lnTo>
                  <a:pt x="3839" y="15263"/>
                </a:lnTo>
                <a:lnTo>
                  <a:pt x="3922" y="15379"/>
                </a:lnTo>
                <a:lnTo>
                  <a:pt x="4011" y="15485"/>
                </a:lnTo>
                <a:lnTo>
                  <a:pt x="4105" y="15582"/>
                </a:lnTo>
                <a:lnTo>
                  <a:pt x="4207" y="15672"/>
                </a:lnTo>
                <a:lnTo>
                  <a:pt x="4316" y="15752"/>
                </a:lnTo>
                <a:lnTo>
                  <a:pt x="4433" y="15822"/>
                </a:lnTo>
                <a:lnTo>
                  <a:pt x="4559" y="15884"/>
                </a:lnTo>
                <a:lnTo>
                  <a:pt x="4694" y="15937"/>
                </a:lnTo>
                <a:lnTo>
                  <a:pt x="4840" y="15981"/>
                </a:lnTo>
                <a:lnTo>
                  <a:pt x="4995" y="16014"/>
                </a:lnTo>
                <a:lnTo>
                  <a:pt x="5161" y="16038"/>
                </a:lnTo>
                <a:lnTo>
                  <a:pt x="5340" y="16053"/>
                </a:lnTo>
                <a:lnTo>
                  <a:pt x="5532" y="16058"/>
                </a:lnTo>
                <a:lnTo>
                  <a:pt x="5726" y="16053"/>
                </a:lnTo>
                <a:lnTo>
                  <a:pt x="5907" y="16039"/>
                </a:lnTo>
                <a:lnTo>
                  <a:pt x="6076" y="16014"/>
                </a:lnTo>
                <a:lnTo>
                  <a:pt x="6232" y="15981"/>
                </a:lnTo>
                <a:lnTo>
                  <a:pt x="6379" y="15938"/>
                </a:lnTo>
                <a:lnTo>
                  <a:pt x="6516" y="15885"/>
                </a:lnTo>
                <a:lnTo>
                  <a:pt x="6643" y="15823"/>
                </a:lnTo>
                <a:lnTo>
                  <a:pt x="6760" y="15753"/>
                </a:lnTo>
                <a:lnTo>
                  <a:pt x="6870" y="15673"/>
                </a:lnTo>
                <a:lnTo>
                  <a:pt x="6972" y="15584"/>
                </a:lnTo>
                <a:lnTo>
                  <a:pt x="7066" y="15487"/>
                </a:lnTo>
                <a:lnTo>
                  <a:pt x="7155" y="15381"/>
                </a:lnTo>
                <a:lnTo>
                  <a:pt x="7237" y="15266"/>
                </a:lnTo>
                <a:lnTo>
                  <a:pt x="7315" y="15143"/>
                </a:lnTo>
                <a:lnTo>
                  <a:pt x="7387" y="15011"/>
                </a:lnTo>
                <a:lnTo>
                  <a:pt x="7455" y="14871"/>
                </a:lnTo>
                <a:lnTo>
                  <a:pt x="7521" y="14723"/>
                </a:lnTo>
                <a:lnTo>
                  <a:pt x="7584" y="14567"/>
                </a:lnTo>
                <a:lnTo>
                  <a:pt x="7645" y="14402"/>
                </a:lnTo>
                <a:lnTo>
                  <a:pt x="7704" y="14229"/>
                </a:lnTo>
                <a:lnTo>
                  <a:pt x="7762" y="14050"/>
                </a:lnTo>
                <a:lnTo>
                  <a:pt x="7821" y="13862"/>
                </a:lnTo>
                <a:lnTo>
                  <a:pt x="7880" y="13666"/>
                </a:lnTo>
                <a:lnTo>
                  <a:pt x="7939" y="13464"/>
                </a:lnTo>
                <a:lnTo>
                  <a:pt x="8002" y="13253"/>
                </a:lnTo>
                <a:lnTo>
                  <a:pt x="8065" y="13035"/>
                </a:lnTo>
                <a:lnTo>
                  <a:pt x="8132" y="12810"/>
                </a:lnTo>
                <a:lnTo>
                  <a:pt x="8203" y="12578"/>
                </a:lnTo>
                <a:lnTo>
                  <a:pt x="8277" y="12340"/>
                </a:lnTo>
                <a:lnTo>
                  <a:pt x="8357" y="12094"/>
                </a:lnTo>
                <a:lnTo>
                  <a:pt x="8442" y="11841"/>
                </a:lnTo>
                <a:lnTo>
                  <a:pt x="8534" y="11581"/>
                </a:lnTo>
                <a:lnTo>
                  <a:pt x="8600" y="11403"/>
                </a:lnTo>
                <a:lnTo>
                  <a:pt x="8673" y="11224"/>
                </a:lnTo>
                <a:lnTo>
                  <a:pt x="8752" y="11043"/>
                </a:lnTo>
                <a:lnTo>
                  <a:pt x="8836" y="10861"/>
                </a:lnTo>
                <a:lnTo>
                  <a:pt x="8926" y="10678"/>
                </a:lnTo>
                <a:lnTo>
                  <a:pt x="9018" y="10493"/>
                </a:lnTo>
                <a:lnTo>
                  <a:pt x="9115" y="10307"/>
                </a:lnTo>
                <a:lnTo>
                  <a:pt x="9214" y="10121"/>
                </a:lnTo>
                <a:lnTo>
                  <a:pt x="9316" y="9932"/>
                </a:lnTo>
                <a:lnTo>
                  <a:pt x="9421" y="9743"/>
                </a:lnTo>
                <a:lnTo>
                  <a:pt x="9525" y="9554"/>
                </a:lnTo>
                <a:lnTo>
                  <a:pt x="9632" y="9363"/>
                </a:lnTo>
                <a:lnTo>
                  <a:pt x="9737" y="9172"/>
                </a:lnTo>
                <a:lnTo>
                  <a:pt x="9844" y="8980"/>
                </a:lnTo>
                <a:lnTo>
                  <a:pt x="9949" y="8788"/>
                </a:lnTo>
                <a:lnTo>
                  <a:pt x="10052" y="8596"/>
                </a:lnTo>
                <a:lnTo>
                  <a:pt x="10154" y="8402"/>
                </a:lnTo>
                <a:lnTo>
                  <a:pt x="10253" y="8210"/>
                </a:lnTo>
                <a:lnTo>
                  <a:pt x="10349" y="8016"/>
                </a:lnTo>
                <a:lnTo>
                  <a:pt x="10441" y="7822"/>
                </a:lnTo>
                <a:lnTo>
                  <a:pt x="10529" y="7629"/>
                </a:lnTo>
                <a:lnTo>
                  <a:pt x="10612" y="7435"/>
                </a:lnTo>
                <a:lnTo>
                  <a:pt x="10691" y="7241"/>
                </a:lnTo>
                <a:lnTo>
                  <a:pt x="10763" y="7048"/>
                </a:lnTo>
                <a:lnTo>
                  <a:pt x="10829" y="6856"/>
                </a:lnTo>
                <a:lnTo>
                  <a:pt x="10888" y="6663"/>
                </a:lnTo>
                <a:lnTo>
                  <a:pt x="10939" y="6470"/>
                </a:lnTo>
                <a:lnTo>
                  <a:pt x="10983" y="6280"/>
                </a:lnTo>
                <a:lnTo>
                  <a:pt x="11017" y="6088"/>
                </a:lnTo>
                <a:lnTo>
                  <a:pt x="11042" y="5898"/>
                </a:lnTo>
                <a:lnTo>
                  <a:pt x="11058" y="5709"/>
                </a:lnTo>
                <a:lnTo>
                  <a:pt x="11063" y="5520"/>
                </a:lnTo>
                <a:lnTo>
                  <a:pt x="11056" y="5236"/>
                </a:lnTo>
                <a:lnTo>
                  <a:pt x="11035" y="4956"/>
                </a:lnTo>
                <a:lnTo>
                  <a:pt x="11000" y="4679"/>
                </a:lnTo>
                <a:lnTo>
                  <a:pt x="10950" y="4408"/>
                </a:lnTo>
                <a:lnTo>
                  <a:pt x="10889" y="4141"/>
                </a:lnTo>
                <a:lnTo>
                  <a:pt x="10815" y="3879"/>
                </a:lnTo>
                <a:lnTo>
                  <a:pt x="10727" y="3622"/>
                </a:lnTo>
                <a:lnTo>
                  <a:pt x="10629" y="3371"/>
                </a:lnTo>
                <a:lnTo>
                  <a:pt x="10518" y="3127"/>
                </a:lnTo>
                <a:lnTo>
                  <a:pt x="10395" y="2888"/>
                </a:lnTo>
                <a:lnTo>
                  <a:pt x="10262" y="2658"/>
                </a:lnTo>
                <a:lnTo>
                  <a:pt x="10119" y="2434"/>
                </a:lnTo>
                <a:lnTo>
                  <a:pt x="9964" y="2217"/>
                </a:lnTo>
                <a:lnTo>
                  <a:pt x="9800" y="2009"/>
                </a:lnTo>
                <a:lnTo>
                  <a:pt x="9626" y="1809"/>
                </a:lnTo>
                <a:lnTo>
                  <a:pt x="9443" y="1617"/>
                </a:lnTo>
                <a:lnTo>
                  <a:pt x="9251" y="1434"/>
                </a:lnTo>
                <a:lnTo>
                  <a:pt x="9050" y="1261"/>
                </a:lnTo>
                <a:lnTo>
                  <a:pt x="8841" y="1097"/>
                </a:lnTo>
                <a:lnTo>
                  <a:pt x="8624" y="942"/>
                </a:lnTo>
                <a:lnTo>
                  <a:pt x="8400" y="799"/>
                </a:lnTo>
                <a:lnTo>
                  <a:pt x="8169" y="666"/>
                </a:lnTo>
                <a:lnTo>
                  <a:pt x="7929" y="544"/>
                </a:lnTo>
                <a:lnTo>
                  <a:pt x="7685" y="434"/>
                </a:lnTo>
                <a:lnTo>
                  <a:pt x="7433" y="335"/>
                </a:lnTo>
                <a:lnTo>
                  <a:pt x="7176" y="248"/>
                </a:lnTo>
                <a:lnTo>
                  <a:pt x="6913" y="174"/>
                </a:lnTo>
                <a:lnTo>
                  <a:pt x="6646" y="112"/>
                </a:lnTo>
                <a:lnTo>
                  <a:pt x="6374" y="63"/>
                </a:lnTo>
                <a:lnTo>
                  <a:pt x="6097" y="28"/>
                </a:lnTo>
                <a:lnTo>
                  <a:pt x="5816" y="7"/>
                </a:lnTo>
                <a:lnTo>
                  <a:pt x="5532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101"/>
          <p:cNvSpPr/>
          <p:nvPr/>
        </p:nvSpPr>
        <p:spPr bwMode="auto">
          <a:xfrm>
            <a:off x="8789236" y="4412769"/>
            <a:ext cx="110189" cy="110190"/>
          </a:xfrm>
          <a:custGeom>
            <a:avLst/>
            <a:gdLst>
              <a:gd name="T0" fmla="*/ 2559 w 3269"/>
              <a:gd name="T1" fmla="*/ 35 h 3262"/>
              <a:gd name="T2" fmla="*/ 1981 w 3269"/>
              <a:gd name="T3" fmla="*/ 183 h 3262"/>
              <a:gd name="T4" fmla="*/ 1455 w 3269"/>
              <a:gd name="T5" fmla="*/ 437 h 3262"/>
              <a:gd name="T6" fmla="*/ 990 w 3269"/>
              <a:gd name="T7" fmla="*/ 783 h 3262"/>
              <a:gd name="T8" fmla="*/ 601 w 3269"/>
              <a:gd name="T9" fmla="*/ 1210 h 3262"/>
              <a:gd name="T10" fmla="*/ 298 w 3269"/>
              <a:gd name="T11" fmla="*/ 1706 h 3262"/>
              <a:gd name="T12" fmla="*/ 96 w 3269"/>
              <a:gd name="T13" fmla="*/ 2259 h 3262"/>
              <a:gd name="T14" fmla="*/ 4 w 3269"/>
              <a:gd name="T15" fmla="*/ 2856 h 3262"/>
              <a:gd name="T16" fmla="*/ 3 w 3269"/>
              <a:gd name="T17" fmla="*/ 3049 h 3262"/>
              <a:gd name="T18" fmla="*/ 15 w 3269"/>
              <a:gd name="T19" fmla="*/ 3097 h 3262"/>
              <a:gd name="T20" fmla="*/ 37 w 3269"/>
              <a:gd name="T21" fmla="*/ 3141 h 3262"/>
              <a:gd name="T22" fmla="*/ 66 w 3269"/>
              <a:gd name="T23" fmla="*/ 3180 h 3262"/>
              <a:gd name="T24" fmla="*/ 101 w 3269"/>
              <a:gd name="T25" fmla="*/ 3212 h 3262"/>
              <a:gd name="T26" fmla="*/ 143 w 3269"/>
              <a:gd name="T27" fmla="*/ 3237 h 3262"/>
              <a:gd name="T28" fmla="*/ 189 w 3269"/>
              <a:gd name="T29" fmla="*/ 3254 h 3262"/>
              <a:gd name="T30" fmla="*/ 239 w 3269"/>
              <a:gd name="T31" fmla="*/ 3262 h 3262"/>
              <a:gd name="T32" fmla="*/ 290 w 3269"/>
              <a:gd name="T33" fmla="*/ 3259 h 3262"/>
              <a:gd name="T34" fmla="*/ 338 w 3269"/>
              <a:gd name="T35" fmla="*/ 3247 h 3262"/>
              <a:gd name="T36" fmla="*/ 382 w 3269"/>
              <a:gd name="T37" fmla="*/ 3226 h 3262"/>
              <a:gd name="T38" fmla="*/ 421 w 3269"/>
              <a:gd name="T39" fmla="*/ 3197 h 3262"/>
              <a:gd name="T40" fmla="*/ 453 w 3269"/>
              <a:gd name="T41" fmla="*/ 3161 h 3262"/>
              <a:gd name="T42" fmla="*/ 478 w 3269"/>
              <a:gd name="T43" fmla="*/ 3119 h 3262"/>
              <a:gd name="T44" fmla="*/ 495 w 3269"/>
              <a:gd name="T45" fmla="*/ 3073 h 3262"/>
              <a:gd name="T46" fmla="*/ 503 w 3269"/>
              <a:gd name="T47" fmla="*/ 3024 h 3262"/>
              <a:gd name="T48" fmla="*/ 532 w 3269"/>
              <a:gd name="T49" fmla="*/ 2630 h 3262"/>
              <a:gd name="T50" fmla="*/ 656 w 3269"/>
              <a:gd name="T51" fmla="*/ 2149 h 3262"/>
              <a:gd name="T52" fmla="*/ 867 w 3269"/>
              <a:gd name="T53" fmla="*/ 1711 h 3262"/>
              <a:gd name="T54" fmla="*/ 1157 w 3269"/>
              <a:gd name="T55" fmla="*/ 1325 h 3262"/>
              <a:gd name="T56" fmla="*/ 1514 w 3269"/>
              <a:gd name="T57" fmla="*/ 1001 h 3262"/>
              <a:gd name="T58" fmla="*/ 1928 w 3269"/>
              <a:gd name="T59" fmla="*/ 750 h 3262"/>
              <a:gd name="T60" fmla="*/ 2390 w 3269"/>
              <a:gd name="T61" fmla="*/ 581 h 3262"/>
              <a:gd name="T62" fmla="*/ 2889 w 3269"/>
              <a:gd name="T63" fmla="*/ 505 h 3262"/>
              <a:gd name="T64" fmla="*/ 3056 w 3269"/>
              <a:gd name="T65" fmla="*/ 499 h 3262"/>
              <a:gd name="T66" fmla="*/ 3104 w 3269"/>
              <a:gd name="T67" fmla="*/ 487 h 3262"/>
              <a:gd name="T68" fmla="*/ 3148 w 3269"/>
              <a:gd name="T69" fmla="*/ 466 h 3262"/>
              <a:gd name="T70" fmla="*/ 3186 w 3269"/>
              <a:gd name="T71" fmla="*/ 437 h 3262"/>
              <a:gd name="T72" fmla="*/ 3219 w 3269"/>
              <a:gd name="T73" fmla="*/ 402 h 3262"/>
              <a:gd name="T74" fmla="*/ 3244 w 3269"/>
              <a:gd name="T75" fmla="*/ 359 h 3262"/>
              <a:gd name="T76" fmla="*/ 3261 w 3269"/>
              <a:gd name="T77" fmla="*/ 314 h 3262"/>
              <a:gd name="T78" fmla="*/ 3269 w 3269"/>
              <a:gd name="T79" fmla="*/ 264 h 3262"/>
              <a:gd name="T80" fmla="*/ 3266 w 3269"/>
              <a:gd name="T81" fmla="*/ 213 h 3262"/>
              <a:gd name="T82" fmla="*/ 3254 w 3269"/>
              <a:gd name="T83" fmla="*/ 165 h 3262"/>
              <a:gd name="T84" fmla="*/ 3233 w 3269"/>
              <a:gd name="T85" fmla="*/ 120 h 3262"/>
              <a:gd name="T86" fmla="*/ 3204 w 3269"/>
              <a:gd name="T87" fmla="*/ 82 h 3262"/>
              <a:gd name="T88" fmla="*/ 3168 w 3269"/>
              <a:gd name="T89" fmla="*/ 50 h 3262"/>
              <a:gd name="T90" fmla="*/ 3126 w 3269"/>
              <a:gd name="T91" fmla="*/ 25 h 3262"/>
              <a:gd name="T92" fmla="*/ 3080 w 3269"/>
              <a:gd name="T93" fmla="*/ 8 h 3262"/>
              <a:gd name="T94" fmla="*/ 3031 w 3269"/>
              <a:gd name="T95" fmla="*/ 0 h 3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9" h="3262">
                <a:moveTo>
                  <a:pt x="3018" y="0"/>
                </a:moveTo>
                <a:lnTo>
                  <a:pt x="2863" y="4"/>
                </a:lnTo>
                <a:lnTo>
                  <a:pt x="2710" y="15"/>
                </a:lnTo>
                <a:lnTo>
                  <a:pt x="2559" y="35"/>
                </a:lnTo>
                <a:lnTo>
                  <a:pt x="2410" y="61"/>
                </a:lnTo>
                <a:lnTo>
                  <a:pt x="2264" y="95"/>
                </a:lnTo>
                <a:lnTo>
                  <a:pt x="2121" y="136"/>
                </a:lnTo>
                <a:lnTo>
                  <a:pt x="1981" y="183"/>
                </a:lnTo>
                <a:lnTo>
                  <a:pt x="1844" y="237"/>
                </a:lnTo>
                <a:lnTo>
                  <a:pt x="1710" y="297"/>
                </a:lnTo>
                <a:lnTo>
                  <a:pt x="1580" y="364"/>
                </a:lnTo>
                <a:lnTo>
                  <a:pt x="1455" y="437"/>
                </a:lnTo>
                <a:lnTo>
                  <a:pt x="1332" y="515"/>
                </a:lnTo>
                <a:lnTo>
                  <a:pt x="1213" y="599"/>
                </a:lnTo>
                <a:lnTo>
                  <a:pt x="1100" y="689"/>
                </a:lnTo>
                <a:lnTo>
                  <a:pt x="990" y="783"/>
                </a:lnTo>
                <a:lnTo>
                  <a:pt x="885" y="883"/>
                </a:lnTo>
                <a:lnTo>
                  <a:pt x="785" y="988"/>
                </a:lnTo>
                <a:lnTo>
                  <a:pt x="690" y="1097"/>
                </a:lnTo>
                <a:lnTo>
                  <a:pt x="601" y="1210"/>
                </a:lnTo>
                <a:lnTo>
                  <a:pt x="516" y="1329"/>
                </a:lnTo>
                <a:lnTo>
                  <a:pt x="438" y="1450"/>
                </a:lnTo>
                <a:lnTo>
                  <a:pt x="365" y="1577"/>
                </a:lnTo>
                <a:lnTo>
                  <a:pt x="298" y="1706"/>
                </a:lnTo>
                <a:lnTo>
                  <a:pt x="238" y="1840"/>
                </a:lnTo>
                <a:lnTo>
                  <a:pt x="183" y="1976"/>
                </a:lnTo>
                <a:lnTo>
                  <a:pt x="136" y="2117"/>
                </a:lnTo>
                <a:lnTo>
                  <a:pt x="96" y="2259"/>
                </a:lnTo>
                <a:lnTo>
                  <a:pt x="62" y="2405"/>
                </a:lnTo>
                <a:lnTo>
                  <a:pt x="36" y="2553"/>
                </a:lnTo>
                <a:lnTo>
                  <a:pt x="16" y="2704"/>
                </a:lnTo>
                <a:lnTo>
                  <a:pt x="4" y="2856"/>
                </a:lnTo>
                <a:lnTo>
                  <a:pt x="0" y="3011"/>
                </a:lnTo>
                <a:lnTo>
                  <a:pt x="0" y="3024"/>
                </a:lnTo>
                <a:lnTo>
                  <a:pt x="1" y="3037"/>
                </a:lnTo>
                <a:lnTo>
                  <a:pt x="3" y="3049"/>
                </a:lnTo>
                <a:lnTo>
                  <a:pt x="5" y="3061"/>
                </a:lnTo>
                <a:lnTo>
                  <a:pt x="8" y="3073"/>
                </a:lnTo>
                <a:lnTo>
                  <a:pt x="11" y="3085"/>
                </a:lnTo>
                <a:lnTo>
                  <a:pt x="15" y="3097"/>
                </a:lnTo>
                <a:lnTo>
                  <a:pt x="20" y="3108"/>
                </a:lnTo>
                <a:lnTo>
                  <a:pt x="25" y="3119"/>
                </a:lnTo>
                <a:lnTo>
                  <a:pt x="30" y="3130"/>
                </a:lnTo>
                <a:lnTo>
                  <a:pt x="37" y="3141"/>
                </a:lnTo>
                <a:lnTo>
                  <a:pt x="44" y="3151"/>
                </a:lnTo>
                <a:lnTo>
                  <a:pt x="51" y="3161"/>
                </a:lnTo>
                <a:lnTo>
                  <a:pt x="58" y="3171"/>
                </a:lnTo>
                <a:lnTo>
                  <a:pt x="66" y="3180"/>
                </a:lnTo>
                <a:lnTo>
                  <a:pt x="74" y="3189"/>
                </a:lnTo>
                <a:lnTo>
                  <a:pt x="83" y="3197"/>
                </a:lnTo>
                <a:lnTo>
                  <a:pt x="92" y="3205"/>
                </a:lnTo>
                <a:lnTo>
                  <a:pt x="101" y="3212"/>
                </a:lnTo>
                <a:lnTo>
                  <a:pt x="111" y="3219"/>
                </a:lnTo>
                <a:lnTo>
                  <a:pt x="121" y="3226"/>
                </a:lnTo>
                <a:lnTo>
                  <a:pt x="132" y="3232"/>
                </a:lnTo>
                <a:lnTo>
                  <a:pt x="143" y="3237"/>
                </a:lnTo>
                <a:lnTo>
                  <a:pt x="154" y="3242"/>
                </a:lnTo>
                <a:lnTo>
                  <a:pt x="165" y="3247"/>
                </a:lnTo>
                <a:lnTo>
                  <a:pt x="177" y="3251"/>
                </a:lnTo>
                <a:lnTo>
                  <a:pt x="189" y="3254"/>
                </a:lnTo>
                <a:lnTo>
                  <a:pt x="201" y="3257"/>
                </a:lnTo>
                <a:lnTo>
                  <a:pt x="214" y="3259"/>
                </a:lnTo>
                <a:lnTo>
                  <a:pt x="227" y="3261"/>
                </a:lnTo>
                <a:lnTo>
                  <a:pt x="239" y="3262"/>
                </a:lnTo>
                <a:lnTo>
                  <a:pt x="252" y="3262"/>
                </a:lnTo>
                <a:lnTo>
                  <a:pt x="265" y="3262"/>
                </a:lnTo>
                <a:lnTo>
                  <a:pt x="278" y="3261"/>
                </a:lnTo>
                <a:lnTo>
                  <a:pt x="290" y="3259"/>
                </a:lnTo>
                <a:lnTo>
                  <a:pt x="302" y="3257"/>
                </a:lnTo>
                <a:lnTo>
                  <a:pt x="315" y="3254"/>
                </a:lnTo>
                <a:lnTo>
                  <a:pt x="326" y="3251"/>
                </a:lnTo>
                <a:lnTo>
                  <a:pt x="338" y="3247"/>
                </a:lnTo>
                <a:lnTo>
                  <a:pt x="349" y="3242"/>
                </a:lnTo>
                <a:lnTo>
                  <a:pt x="360" y="3237"/>
                </a:lnTo>
                <a:lnTo>
                  <a:pt x="371" y="3232"/>
                </a:lnTo>
                <a:lnTo>
                  <a:pt x="382" y="3226"/>
                </a:lnTo>
                <a:lnTo>
                  <a:pt x="393" y="3219"/>
                </a:lnTo>
                <a:lnTo>
                  <a:pt x="403" y="3212"/>
                </a:lnTo>
                <a:lnTo>
                  <a:pt x="412" y="3205"/>
                </a:lnTo>
                <a:lnTo>
                  <a:pt x="421" y="3197"/>
                </a:lnTo>
                <a:lnTo>
                  <a:pt x="430" y="3189"/>
                </a:lnTo>
                <a:lnTo>
                  <a:pt x="438" y="3180"/>
                </a:lnTo>
                <a:lnTo>
                  <a:pt x="446" y="3171"/>
                </a:lnTo>
                <a:lnTo>
                  <a:pt x="453" y="3161"/>
                </a:lnTo>
                <a:lnTo>
                  <a:pt x="460" y="3151"/>
                </a:lnTo>
                <a:lnTo>
                  <a:pt x="467" y="3141"/>
                </a:lnTo>
                <a:lnTo>
                  <a:pt x="473" y="3130"/>
                </a:lnTo>
                <a:lnTo>
                  <a:pt x="478" y="3119"/>
                </a:lnTo>
                <a:lnTo>
                  <a:pt x="483" y="3108"/>
                </a:lnTo>
                <a:lnTo>
                  <a:pt x="488" y="3097"/>
                </a:lnTo>
                <a:lnTo>
                  <a:pt x="492" y="3085"/>
                </a:lnTo>
                <a:lnTo>
                  <a:pt x="495" y="3073"/>
                </a:lnTo>
                <a:lnTo>
                  <a:pt x="498" y="3061"/>
                </a:lnTo>
                <a:lnTo>
                  <a:pt x="500" y="3049"/>
                </a:lnTo>
                <a:lnTo>
                  <a:pt x="502" y="3037"/>
                </a:lnTo>
                <a:lnTo>
                  <a:pt x="503" y="3024"/>
                </a:lnTo>
                <a:lnTo>
                  <a:pt x="503" y="3011"/>
                </a:lnTo>
                <a:lnTo>
                  <a:pt x="506" y="2882"/>
                </a:lnTo>
                <a:lnTo>
                  <a:pt x="516" y="2755"/>
                </a:lnTo>
                <a:lnTo>
                  <a:pt x="532" y="2630"/>
                </a:lnTo>
                <a:lnTo>
                  <a:pt x="554" y="2506"/>
                </a:lnTo>
                <a:lnTo>
                  <a:pt x="583" y="2385"/>
                </a:lnTo>
                <a:lnTo>
                  <a:pt x="617" y="2265"/>
                </a:lnTo>
                <a:lnTo>
                  <a:pt x="656" y="2149"/>
                </a:lnTo>
                <a:lnTo>
                  <a:pt x="701" y="2035"/>
                </a:lnTo>
                <a:lnTo>
                  <a:pt x="752" y="1924"/>
                </a:lnTo>
                <a:lnTo>
                  <a:pt x="807" y="1816"/>
                </a:lnTo>
                <a:lnTo>
                  <a:pt x="867" y="1711"/>
                </a:lnTo>
                <a:lnTo>
                  <a:pt x="934" y="1609"/>
                </a:lnTo>
                <a:lnTo>
                  <a:pt x="1003" y="1511"/>
                </a:lnTo>
                <a:lnTo>
                  <a:pt x="1078" y="1416"/>
                </a:lnTo>
                <a:lnTo>
                  <a:pt x="1157" y="1325"/>
                </a:lnTo>
                <a:lnTo>
                  <a:pt x="1240" y="1238"/>
                </a:lnTo>
                <a:lnTo>
                  <a:pt x="1328" y="1154"/>
                </a:lnTo>
                <a:lnTo>
                  <a:pt x="1419" y="1076"/>
                </a:lnTo>
                <a:lnTo>
                  <a:pt x="1514" y="1001"/>
                </a:lnTo>
                <a:lnTo>
                  <a:pt x="1612" y="931"/>
                </a:lnTo>
                <a:lnTo>
                  <a:pt x="1715" y="865"/>
                </a:lnTo>
                <a:lnTo>
                  <a:pt x="1820" y="805"/>
                </a:lnTo>
                <a:lnTo>
                  <a:pt x="1928" y="750"/>
                </a:lnTo>
                <a:lnTo>
                  <a:pt x="2040" y="700"/>
                </a:lnTo>
                <a:lnTo>
                  <a:pt x="2154" y="654"/>
                </a:lnTo>
                <a:lnTo>
                  <a:pt x="2270" y="615"/>
                </a:lnTo>
                <a:lnTo>
                  <a:pt x="2390" y="581"/>
                </a:lnTo>
                <a:lnTo>
                  <a:pt x="2512" y="553"/>
                </a:lnTo>
                <a:lnTo>
                  <a:pt x="2635" y="531"/>
                </a:lnTo>
                <a:lnTo>
                  <a:pt x="2761" y="515"/>
                </a:lnTo>
                <a:lnTo>
                  <a:pt x="2889" y="505"/>
                </a:lnTo>
                <a:lnTo>
                  <a:pt x="3018" y="502"/>
                </a:lnTo>
                <a:lnTo>
                  <a:pt x="3031" y="502"/>
                </a:lnTo>
                <a:lnTo>
                  <a:pt x="3044" y="501"/>
                </a:lnTo>
                <a:lnTo>
                  <a:pt x="3056" y="499"/>
                </a:lnTo>
                <a:lnTo>
                  <a:pt x="3068" y="497"/>
                </a:lnTo>
                <a:lnTo>
                  <a:pt x="3080" y="494"/>
                </a:lnTo>
                <a:lnTo>
                  <a:pt x="3092" y="491"/>
                </a:lnTo>
                <a:lnTo>
                  <a:pt x="3104" y="487"/>
                </a:lnTo>
                <a:lnTo>
                  <a:pt x="3115" y="482"/>
                </a:lnTo>
                <a:lnTo>
                  <a:pt x="3126" y="477"/>
                </a:lnTo>
                <a:lnTo>
                  <a:pt x="3137" y="472"/>
                </a:lnTo>
                <a:lnTo>
                  <a:pt x="3148" y="466"/>
                </a:lnTo>
                <a:lnTo>
                  <a:pt x="3158" y="459"/>
                </a:lnTo>
                <a:lnTo>
                  <a:pt x="3168" y="452"/>
                </a:lnTo>
                <a:lnTo>
                  <a:pt x="3177" y="445"/>
                </a:lnTo>
                <a:lnTo>
                  <a:pt x="3186" y="437"/>
                </a:lnTo>
                <a:lnTo>
                  <a:pt x="3196" y="429"/>
                </a:lnTo>
                <a:lnTo>
                  <a:pt x="3204" y="420"/>
                </a:lnTo>
                <a:lnTo>
                  <a:pt x="3212" y="411"/>
                </a:lnTo>
                <a:lnTo>
                  <a:pt x="3219" y="402"/>
                </a:lnTo>
                <a:lnTo>
                  <a:pt x="3226" y="391"/>
                </a:lnTo>
                <a:lnTo>
                  <a:pt x="3233" y="381"/>
                </a:lnTo>
                <a:lnTo>
                  <a:pt x="3239" y="370"/>
                </a:lnTo>
                <a:lnTo>
                  <a:pt x="3244" y="359"/>
                </a:lnTo>
                <a:lnTo>
                  <a:pt x="3249" y="348"/>
                </a:lnTo>
                <a:lnTo>
                  <a:pt x="3254" y="337"/>
                </a:lnTo>
                <a:lnTo>
                  <a:pt x="3258" y="325"/>
                </a:lnTo>
                <a:lnTo>
                  <a:pt x="3261" y="314"/>
                </a:lnTo>
                <a:lnTo>
                  <a:pt x="3264" y="301"/>
                </a:lnTo>
                <a:lnTo>
                  <a:pt x="3266" y="289"/>
                </a:lnTo>
                <a:lnTo>
                  <a:pt x="3268" y="277"/>
                </a:lnTo>
                <a:lnTo>
                  <a:pt x="3269" y="264"/>
                </a:lnTo>
                <a:lnTo>
                  <a:pt x="3269" y="251"/>
                </a:lnTo>
                <a:lnTo>
                  <a:pt x="3269" y="238"/>
                </a:lnTo>
                <a:lnTo>
                  <a:pt x="3268" y="226"/>
                </a:lnTo>
                <a:lnTo>
                  <a:pt x="3266" y="213"/>
                </a:lnTo>
                <a:lnTo>
                  <a:pt x="3264" y="201"/>
                </a:lnTo>
                <a:lnTo>
                  <a:pt x="3261" y="189"/>
                </a:lnTo>
                <a:lnTo>
                  <a:pt x="3258" y="177"/>
                </a:lnTo>
                <a:lnTo>
                  <a:pt x="3254" y="165"/>
                </a:lnTo>
                <a:lnTo>
                  <a:pt x="3249" y="154"/>
                </a:lnTo>
                <a:lnTo>
                  <a:pt x="3244" y="143"/>
                </a:lnTo>
                <a:lnTo>
                  <a:pt x="3239" y="132"/>
                </a:lnTo>
                <a:lnTo>
                  <a:pt x="3233" y="120"/>
                </a:lnTo>
                <a:lnTo>
                  <a:pt x="3226" y="110"/>
                </a:lnTo>
                <a:lnTo>
                  <a:pt x="3219" y="100"/>
                </a:lnTo>
                <a:lnTo>
                  <a:pt x="3212" y="91"/>
                </a:lnTo>
                <a:lnTo>
                  <a:pt x="3204" y="82"/>
                </a:lnTo>
                <a:lnTo>
                  <a:pt x="3196" y="73"/>
                </a:lnTo>
                <a:lnTo>
                  <a:pt x="3186" y="65"/>
                </a:lnTo>
                <a:lnTo>
                  <a:pt x="3177" y="57"/>
                </a:lnTo>
                <a:lnTo>
                  <a:pt x="3168" y="50"/>
                </a:lnTo>
                <a:lnTo>
                  <a:pt x="3158" y="43"/>
                </a:lnTo>
                <a:lnTo>
                  <a:pt x="3148" y="36"/>
                </a:lnTo>
                <a:lnTo>
                  <a:pt x="3137" y="30"/>
                </a:lnTo>
                <a:lnTo>
                  <a:pt x="3126" y="25"/>
                </a:lnTo>
                <a:lnTo>
                  <a:pt x="3115" y="20"/>
                </a:lnTo>
                <a:lnTo>
                  <a:pt x="3104" y="15"/>
                </a:lnTo>
                <a:lnTo>
                  <a:pt x="3092" y="11"/>
                </a:lnTo>
                <a:lnTo>
                  <a:pt x="3080" y="8"/>
                </a:lnTo>
                <a:lnTo>
                  <a:pt x="3068" y="5"/>
                </a:lnTo>
                <a:lnTo>
                  <a:pt x="3056" y="3"/>
                </a:lnTo>
                <a:lnTo>
                  <a:pt x="3044" y="1"/>
                </a:lnTo>
                <a:lnTo>
                  <a:pt x="3031" y="0"/>
                </a:lnTo>
                <a:lnTo>
                  <a:pt x="3018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228"/>
          <p:cNvSpPr>
            <a:spLocks noEditPoints="1"/>
          </p:cNvSpPr>
          <p:nvPr/>
        </p:nvSpPr>
        <p:spPr bwMode="auto">
          <a:xfrm>
            <a:off x="7513320" y="1981200"/>
            <a:ext cx="495935" cy="494665"/>
          </a:xfrm>
          <a:custGeom>
            <a:avLst/>
            <a:gdLst>
              <a:gd name="T0" fmla="*/ 12770 w 14656"/>
              <a:gd name="T1" fmla="*/ 6106 h 14620"/>
              <a:gd name="T2" fmla="*/ 12640 w 14656"/>
              <a:gd name="T3" fmla="*/ 6115 h 14620"/>
              <a:gd name="T4" fmla="*/ 12519 w 14656"/>
              <a:gd name="T5" fmla="*/ 6055 h 14620"/>
              <a:gd name="T6" fmla="*/ 9966 w 14656"/>
              <a:gd name="T7" fmla="*/ 5994 h 14620"/>
              <a:gd name="T8" fmla="*/ 8414 w 14656"/>
              <a:gd name="T9" fmla="*/ 5281 h 14620"/>
              <a:gd name="T10" fmla="*/ 6782 w 14656"/>
              <a:gd name="T11" fmla="*/ 4968 h 14620"/>
              <a:gd name="T12" fmla="*/ 5698 w 14656"/>
              <a:gd name="T13" fmla="*/ 4822 h 14620"/>
              <a:gd name="T14" fmla="*/ 8599 w 14656"/>
              <a:gd name="T15" fmla="*/ 2123 h 14620"/>
              <a:gd name="T16" fmla="*/ 8551 w 14656"/>
              <a:gd name="T17" fmla="*/ 1998 h 14620"/>
              <a:gd name="T18" fmla="*/ 8574 w 14656"/>
              <a:gd name="T19" fmla="*/ 1868 h 14620"/>
              <a:gd name="T20" fmla="*/ 9364 w 14656"/>
              <a:gd name="T21" fmla="*/ 1057 h 14620"/>
              <a:gd name="T22" fmla="*/ 9489 w 14656"/>
              <a:gd name="T23" fmla="*/ 1010 h 14620"/>
              <a:gd name="T24" fmla="*/ 9619 w 14656"/>
              <a:gd name="T25" fmla="*/ 1032 h 14620"/>
              <a:gd name="T26" fmla="*/ 13601 w 14656"/>
              <a:gd name="T27" fmla="*/ 5006 h 14620"/>
              <a:gd name="T28" fmla="*/ 13650 w 14656"/>
              <a:gd name="T29" fmla="*/ 5131 h 14620"/>
              <a:gd name="T30" fmla="*/ 13627 w 14656"/>
              <a:gd name="T31" fmla="*/ 5261 h 14620"/>
              <a:gd name="T32" fmla="*/ 8336 w 14656"/>
              <a:gd name="T33" fmla="*/ 13377 h 14620"/>
              <a:gd name="T34" fmla="*/ 8074 w 14656"/>
              <a:gd name="T35" fmla="*/ 13585 h 14620"/>
              <a:gd name="T36" fmla="*/ 7781 w 14656"/>
              <a:gd name="T37" fmla="*/ 13595 h 14620"/>
              <a:gd name="T38" fmla="*/ 7556 w 14656"/>
              <a:gd name="T39" fmla="*/ 13465 h 14620"/>
              <a:gd name="T40" fmla="*/ 1014 w 14656"/>
              <a:gd name="T41" fmla="*/ 6852 h 14620"/>
              <a:gd name="T42" fmla="*/ 1065 w 14656"/>
              <a:gd name="T43" fmla="*/ 6524 h 14620"/>
              <a:gd name="T44" fmla="*/ 1308 w 14656"/>
              <a:gd name="T45" fmla="*/ 6300 h 14620"/>
              <a:gd name="T46" fmla="*/ 6805 w 14656"/>
              <a:gd name="T47" fmla="*/ 5480 h 14620"/>
              <a:gd name="T48" fmla="*/ 8979 w 14656"/>
              <a:gd name="T49" fmla="*/ 6023 h 14620"/>
              <a:gd name="T50" fmla="*/ 10402 w 14656"/>
              <a:gd name="T51" fmla="*/ 369 h 14620"/>
              <a:gd name="T52" fmla="*/ 10132 w 14656"/>
              <a:gd name="T53" fmla="*/ 163 h 14620"/>
              <a:gd name="T54" fmla="*/ 9820 w 14656"/>
              <a:gd name="T55" fmla="*/ 38 h 14620"/>
              <a:gd name="T56" fmla="*/ 9482 w 14656"/>
              <a:gd name="T57" fmla="*/ 0 h 14620"/>
              <a:gd name="T58" fmla="*/ 9147 w 14656"/>
              <a:gd name="T59" fmla="*/ 55 h 14620"/>
              <a:gd name="T60" fmla="*/ 8841 w 14656"/>
              <a:gd name="T61" fmla="*/ 195 h 14620"/>
              <a:gd name="T62" fmla="*/ 7892 w 14656"/>
              <a:gd name="T63" fmla="*/ 1104 h 14620"/>
              <a:gd name="T64" fmla="*/ 7692 w 14656"/>
              <a:gd name="T65" fmla="*/ 1380 h 14620"/>
              <a:gd name="T66" fmla="*/ 7576 w 14656"/>
              <a:gd name="T67" fmla="*/ 1695 h 14620"/>
              <a:gd name="T68" fmla="*/ 7548 w 14656"/>
              <a:gd name="T69" fmla="*/ 2062 h 14620"/>
              <a:gd name="T70" fmla="*/ 7669 w 14656"/>
              <a:gd name="T71" fmla="*/ 2522 h 14620"/>
              <a:gd name="T72" fmla="*/ 623 w 14656"/>
              <a:gd name="T73" fmla="*/ 5539 h 14620"/>
              <a:gd name="T74" fmla="*/ 274 w 14656"/>
              <a:gd name="T75" fmla="*/ 5894 h 14620"/>
              <a:gd name="T76" fmla="*/ 58 w 14656"/>
              <a:gd name="T77" fmla="*/ 6345 h 14620"/>
              <a:gd name="T78" fmla="*/ 3 w 14656"/>
              <a:gd name="T79" fmla="*/ 6850 h 14620"/>
              <a:gd name="T80" fmla="*/ 114 w 14656"/>
              <a:gd name="T81" fmla="*/ 7337 h 14620"/>
              <a:gd name="T82" fmla="*/ 382 w 14656"/>
              <a:gd name="T83" fmla="*/ 7767 h 14620"/>
              <a:gd name="T84" fmla="*/ 7067 w 14656"/>
              <a:gd name="T85" fmla="*/ 14362 h 14620"/>
              <a:gd name="T86" fmla="*/ 7416 w 14656"/>
              <a:gd name="T87" fmla="*/ 14537 h 14620"/>
              <a:gd name="T88" fmla="*/ 7800 w 14656"/>
              <a:gd name="T89" fmla="*/ 14616 h 14620"/>
              <a:gd name="T90" fmla="*/ 8103 w 14656"/>
              <a:gd name="T91" fmla="*/ 14608 h 14620"/>
              <a:gd name="T92" fmla="*/ 8574 w 14656"/>
              <a:gd name="T93" fmla="*/ 14467 h 14620"/>
              <a:gd name="T94" fmla="*/ 8985 w 14656"/>
              <a:gd name="T95" fmla="*/ 14171 h 14620"/>
              <a:gd name="T96" fmla="*/ 9276 w 14656"/>
              <a:gd name="T97" fmla="*/ 13754 h 14620"/>
              <a:gd name="T98" fmla="*/ 12327 w 14656"/>
              <a:gd name="T99" fmla="*/ 7076 h 14620"/>
              <a:gd name="T100" fmla="*/ 12781 w 14656"/>
              <a:gd name="T101" fmla="*/ 7126 h 14620"/>
              <a:gd name="T102" fmla="*/ 13112 w 14656"/>
              <a:gd name="T103" fmla="*/ 7056 h 14620"/>
              <a:gd name="T104" fmla="*/ 13410 w 14656"/>
              <a:gd name="T105" fmla="*/ 6900 h 14620"/>
              <a:gd name="T106" fmla="*/ 14350 w 14656"/>
              <a:gd name="T107" fmla="*/ 5980 h 14620"/>
              <a:gd name="T108" fmla="*/ 14535 w 14656"/>
              <a:gd name="T109" fmla="*/ 5696 h 14620"/>
              <a:gd name="T110" fmla="*/ 14637 w 14656"/>
              <a:gd name="T111" fmla="*/ 5373 h 14620"/>
              <a:gd name="T112" fmla="*/ 14649 w 14656"/>
              <a:gd name="T113" fmla="*/ 5030 h 14620"/>
              <a:gd name="T114" fmla="*/ 14572 w 14656"/>
              <a:gd name="T115" fmla="*/ 4701 h 14620"/>
              <a:gd name="T116" fmla="*/ 14410 w 14656"/>
              <a:gd name="T117" fmla="*/ 4405 h 146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4656" h="14620">
                <a:moveTo>
                  <a:pt x="13576" y="5334"/>
                </a:moveTo>
                <a:lnTo>
                  <a:pt x="12866" y="6046"/>
                </a:lnTo>
                <a:lnTo>
                  <a:pt x="12856" y="6055"/>
                </a:lnTo>
                <a:lnTo>
                  <a:pt x="12847" y="6064"/>
                </a:lnTo>
                <a:lnTo>
                  <a:pt x="12837" y="6071"/>
                </a:lnTo>
                <a:lnTo>
                  <a:pt x="12826" y="6079"/>
                </a:lnTo>
                <a:lnTo>
                  <a:pt x="12816" y="6085"/>
                </a:lnTo>
                <a:lnTo>
                  <a:pt x="12805" y="6091"/>
                </a:lnTo>
                <a:lnTo>
                  <a:pt x="12794" y="6097"/>
                </a:lnTo>
                <a:lnTo>
                  <a:pt x="12782" y="6102"/>
                </a:lnTo>
                <a:lnTo>
                  <a:pt x="12770" y="6106"/>
                </a:lnTo>
                <a:lnTo>
                  <a:pt x="12759" y="6110"/>
                </a:lnTo>
                <a:lnTo>
                  <a:pt x="12747" y="6113"/>
                </a:lnTo>
                <a:lnTo>
                  <a:pt x="12735" y="6115"/>
                </a:lnTo>
                <a:lnTo>
                  <a:pt x="12723" y="6117"/>
                </a:lnTo>
                <a:lnTo>
                  <a:pt x="12712" y="6119"/>
                </a:lnTo>
                <a:lnTo>
                  <a:pt x="12700" y="6120"/>
                </a:lnTo>
                <a:lnTo>
                  <a:pt x="12688" y="6120"/>
                </a:lnTo>
                <a:lnTo>
                  <a:pt x="12676" y="6120"/>
                </a:lnTo>
                <a:lnTo>
                  <a:pt x="12664" y="6119"/>
                </a:lnTo>
                <a:lnTo>
                  <a:pt x="12652" y="6117"/>
                </a:lnTo>
                <a:lnTo>
                  <a:pt x="12640" y="6115"/>
                </a:lnTo>
                <a:lnTo>
                  <a:pt x="12628" y="6113"/>
                </a:lnTo>
                <a:lnTo>
                  <a:pt x="12615" y="6110"/>
                </a:lnTo>
                <a:lnTo>
                  <a:pt x="12604" y="6106"/>
                </a:lnTo>
                <a:lnTo>
                  <a:pt x="12593" y="6102"/>
                </a:lnTo>
                <a:lnTo>
                  <a:pt x="12581" y="6097"/>
                </a:lnTo>
                <a:lnTo>
                  <a:pt x="12571" y="6091"/>
                </a:lnTo>
                <a:lnTo>
                  <a:pt x="12560" y="6085"/>
                </a:lnTo>
                <a:lnTo>
                  <a:pt x="12549" y="6079"/>
                </a:lnTo>
                <a:lnTo>
                  <a:pt x="12539" y="6071"/>
                </a:lnTo>
                <a:lnTo>
                  <a:pt x="12529" y="6064"/>
                </a:lnTo>
                <a:lnTo>
                  <a:pt x="12519" y="6055"/>
                </a:lnTo>
                <a:lnTo>
                  <a:pt x="12510" y="6046"/>
                </a:lnTo>
                <a:lnTo>
                  <a:pt x="11621" y="5156"/>
                </a:lnTo>
                <a:lnTo>
                  <a:pt x="10900" y="6965"/>
                </a:lnTo>
                <a:lnTo>
                  <a:pt x="10961" y="6813"/>
                </a:lnTo>
                <a:lnTo>
                  <a:pt x="10819" y="6674"/>
                </a:lnTo>
                <a:lnTo>
                  <a:pt x="10677" y="6544"/>
                </a:lnTo>
                <a:lnTo>
                  <a:pt x="10534" y="6420"/>
                </a:lnTo>
                <a:lnTo>
                  <a:pt x="10392" y="6304"/>
                </a:lnTo>
                <a:lnTo>
                  <a:pt x="10251" y="6194"/>
                </a:lnTo>
                <a:lnTo>
                  <a:pt x="10108" y="6091"/>
                </a:lnTo>
                <a:lnTo>
                  <a:pt x="9966" y="5994"/>
                </a:lnTo>
                <a:lnTo>
                  <a:pt x="9823" y="5905"/>
                </a:lnTo>
                <a:lnTo>
                  <a:pt x="9681" y="5820"/>
                </a:lnTo>
                <a:lnTo>
                  <a:pt x="9539" y="5740"/>
                </a:lnTo>
                <a:lnTo>
                  <a:pt x="9397" y="5667"/>
                </a:lnTo>
                <a:lnTo>
                  <a:pt x="9257" y="5598"/>
                </a:lnTo>
                <a:lnTo>
                  <a:pt x="9115" y="5535"/>
                </a:lnTo>
                <a:lnTo>
                  <a:pt x="8974" y="5475"/>
                </a:lnTo>
                <a:lnTo>
                  <a:pt x="8833" y="5421"/>
                </a:lnTo>
                <a:lnTo>
                  <a:pt x="8693" y="5370"/>
                </a:lnTo>
                <a:lnTo>
                  <a:pt x="8553" y="5324"/>
                </a:lnTo>
                <a:lnTo>
                  <a:pt x="8414" y="5281"/>
                </a:lnTo>
                <a:lnTo>
                  <a:pt x="8275" y="5241"/>
                </a:lnTo>
                <a:lnTo>
                  <a:pt x="8136" y="5205"/>
                </a:lnTo>
                <a:lnTo>
                  <a:pt x="7997" y="5172"/>
                </a:lnTo>
                <a:lnTo>
                  <a:pt x="7860" y="5141"/>
                </a:lnTo>
                <a:lnTo>
                  <a:pt x="7723" y="5113"/>
                </a:lnTo>
                <a:lnTo>
                  <a:pt x="7587" y="5088"/>
                </a:lnTo>
                <a:lnTo>
                  <a:pt x="7451" y="5065"/>
                </a:lnTo>
                <a:lnTo>
                  <a:pt x="7315" y="5043"/>
                </a:lnTo>
                <a:lnTo>
                  <a:pt x="7180" y="5022"/>
                </a:lnTo>
                <a:lnTo>
                  <a:pt x="7047" y="5003"/>
                </a:lnTo>
                <a:lnTo>
                  <a:pt x="6782" y="4968"/>
                </a:lnTo>
                <a:lnTo>
                  <a:pt x="6519" y="4936"/>
                </a:lnTo>
                <a:lnTo>
                  <a:pt x="6436" y="4926"/>
                </a:lnTo>
                <a:lnTo>
                  <a:pt x="6354" y="4915"/>
                </a:lnTo>
                <a:lnTo>
                  <a:pt x="6270" y="4905"/>
                </a:lnTo>
                <a:lnTo>
                  <a:pt x="6188" y="4893"/>
                </a:lnTo>
                <a:lnTo>
                  <a:pt x="6105" y="4882"/>
                </a:lnTo>
                <a:lnTo>
                  <a:pt x="6024" y="4871"/>
                </a:lnTo>
                <a:lnTo>
                  <a:pt x="5942" y="4859"/>
                </a:lnTo>
                <a:lnTo>
                  <a:pt x="5861" y="4847"/>
                </a:lnTo>
                <a:lnTo>
                  <a:pt x="5779" y="4835"/>
                </a:lnTo>
                <a:lnTo>
                  <a:pt x="5698" y="4822"/>
                </a:lnTo>
                <a:lnTo>
                  <a:pt x="5617" y="4809"/>
                </a:lnTo>
                <a:lnTo>
                  <a:pt x="5537" y="4795"/>
                </a:lnTo>
                <a:lnTo>
                  <a:pt x="5456" y="4779"/>
                </a:lnTo>
                <a:lnTo>
                  <a:pt x="5376" y="4764"/>
                </a:lnTo>
                <a:lnTo>
                  <a:pt x="5296" y="4748"/>
                </a:lnTo>
                <a:lnTo>
                  <a:pt x="5216" y="4731"/>
                </a:lnTo>
                <a:lnTo>
                  <a:pt x="9487" y="3017"/>
                </a:lnTo>
                <a:lnTo>
                  <a:pt x="8624" y="2152"/>
                </a:lnTo>
                <a:lnTo>
                  <a:pt x="8615" y="2143"/>
                </a:lnTo>
                <a:lnTo>
                  <a:pt x="8607" y="2133"/>
                </a:lnTo>
                <a:lnTo>
                  <a:pt x="8599" y="2123"/>
                </a:lnTo>
                <a:lnTo>
                  <a:pt x="8592" y="2113"/>
                </a:lnTo>
                <a:lnTo>
                  <a:pt x="8586" y="2102"/>
                </a:lnTo>
                <a:lnTo>
                  <a:pt x="8580" y="2091"/>
                </a:lnTo>
                <a:lnTo>
                  <a:pt x="8574" y="2080"/>
                </a:lnTo>
                <a:lnTo>
                  <a:pt x="8569" y="2068"/>
                </a:lnTo>
                <a:lnTo>
                  <a:pt x="8565" y="2057"/>
                </a:lnTo>
                <a:lnTo>
                  <a:pt x="8561" y="2046"/>
                </a:lnTo>
                <a:lnTo>
                  <a:pt x="8558" y="2034"/>
                </a:lnTo>
                <a:lnTo>
                  <a:pt x="8555" y="2022"/>
                </a:lnTo>
                <a:lnTo>
                  <a:pt x="8553" y="2010"/>
                </a:lnTo>
                <a:lnTo>
                  <a:pt x="8551" y="1998"/>
                </a:lnTo>
                <a:lnTo>
                  <a:pt x="8550" y="1986"/>
                </a:lnTo>
                <a:lnTo>
                  <a:pt x="8550" y="1974"/>
                </a:lnTo>
                <a:lnTo>
                  <a:pt x="8550" y="1961"/>
                </a:lnTo>
                <a:lnTo>
                  <a:pt x="8551" y="1949"/>
                </a:lnTo>
                <a:lnTo>
                  <a:pt x="8553" y="1938"/>
                </a:lnTo>
                <a:lnTo>
                  <a:pt x="8555" y="1926"/>
                </a:lnTo>
                <a:lnTo>
                  <a:pt x="8558" y="1914"/>
                </a:lnTo>
                <a:lnTo>
                  <a:pt x="8562" y="1902"/>
                </a:lnTo>
                <a:lnTo>
                  <a:pt x="8565" y="1891"/>
                </a:lnTo>
                <a:lnTo>
                  <a:pt x="8570" y="1879"/>
                </a:lnTo>
                <a:lnTo>
                  <a:pt x="8574" y="1868"/>
                </a:lnTo>
                <a:lnTo>
                  <a:pt x="8580" y="1857"/>
                </a:lnTo>
                <a:lnTo>
                  <a:pt x="8586" y="1845"/>
                </a:lnTo>
                <a:lnTo>
                  <a:pt x="8593" y="1835"/>
                </a:lnTo>
                <a:lnTo>
                  <a:pt x="8600" y="1825"/>
                </a:lnTo>
                <a:lnTo>
                  <a:pt x="8608" y="1815"/>
                </a:lnTo>
                <a:lnTo>
                  <a:pt x="8616" y="1805"/>
                </a:lnTo>
                <a:lnTo>
                  <a:pt x="8625" y="1796"/>
                </a:lnTo>
                <a:lnTo>
                  <a:pt x="9335" y="1082"/>
                </a:lnTo>
                <a:lnTo>
                  <a:pt x="9344" y="1073"/>
                </a:lnTo>
                <a:lnTo>
                  <a:pt x="9354" y="1065"/>
                </a:lnTo>
                <a:lnTo>
                  <a:pt x="9364" y="1057"/>
                </a:lnTo>
                <a:lnTo>
                  <a:pt x="9374" y="1050"/>
                </a:lnTo>
                <a:lnTo>
                  <a:pt x="9385" y="1043"/>
                </a:lnTo>
                <a:lnTo>
                  <a:pt x="9396" y="1037"/>
                </a:lnTo>
                <a:lnTo>
                  <a:pt x="9408" y="1032"/>
                </a:lnTo>
                <a:lnTo>
                  <a:pt x="9419" y="1027"/>
                </a:lnTo>
                <a:lnTo>
                  <a:pt x="9430" y="1023"/>
                </a:lnTo>
                <a:lnTo>
                  <a:pt x="9442" y="1019"/>
                </a:lnTo>
                <a:lnTo>
                  <a:pt x="9454" y="1016"/>
                </a:lnTo>
                <a:lnTo>
                  <a:pt x="9465" y="1013"/>
                </a:lnTo>
                <a:lnTo>
                  <a:pt x="9477" y="1011"/>
                </a:lnTo>
                <a:lnTo>
                  <a:pt x="9489" y="1010"/>
                </a:lnTo>
                <a:lnTo>
                  <a:pt x="9501" y="1009"/>
                </a:lnTo>
                <a:lnTo>
                  <a:pt x="9513" y="1009"/>
                </a:lnTo>
                <a:lnTo>
                  <a:pt x="9525" y="1009"/>
                </a:lnTo>
                <a:lnTo>
                  <a:pt x="9537" y="1010"/>
                </a:lnTo>
                <a:lnTo>
                  <a:pt x="9549" y="1011"/>
                </a:lnTo>
                <a:lnTo>
                  <a:pt x="9561" y="1013"/>
                </a:lnTo>
                <a:lnTo>
                  <a:pt x="9574" y="1016"/>
                </a:lnTo>
                <a:lnTo>
                  <a:pt x="9585" y="1019"/>
                </a:lnTo>
                <a:lnTo>
                  <a:pt x="9597" y="1023"/>
                </a:lnTo>
                <a:lnTo>
                  <a:pt x="9608" y="1027"/>
                </a:lnTo>
                <a:lnTo>
                  <a:pt x="9619" y="1032"/>
                </a:lnTo>
                <a:lnTo>
                  <a:pt x="9630" y="1037"/>
                </a:lnTo>
                <a:lnTo>
                  <a:pt x="9641" y="1043"/>
                </a:lnTo>
                <a:lnTo>
                  <a:pt x="9651" y="1050"/>
                </a:lnTo>
                <a:lnTo>
                  <a:pt x="9662" y="1057"/>
                </a:lnTo>
                <a:lnTo>
                  <a:pt x="9672" y="1065"/>
                </a:lnTo>
                <a:lnTo>
                  <a:pt x="9681" y="1073"/>
                </a:lnTo>
                <a:lnTo>
                  <a:pt x="9691" y="1082"/>
                </a:lnTo>
                <a:lnTo>
                  <a:pt x="13576" y="4978"/>
                </a:lnTo>
                <a:lnTo>
                  <a:pt x="13585" y="4987"/>
                </a:lnTo>
                <a:lnTo>
                  <a:pt x="13593" y="4996"/>
                </a:lnTo>
                <a:lnTo>
                  <a:pt x="13601" y="5006"/>
                </a:lnTo>
                <a:lnTo>
                  <a:pt x="13608" y="5017"/>
                </a:lnTo>
                <a:lnTo>
                  <a:pt x="13615" y="5028"/>
                </a:lnTo>
                <a:lnTo>
                  <a:pt x="13621" y="5039"/>
                </a:lnTo>
                <a:lnTo>
                  <a:pt x="13627" y="5050"/>
                </a:lnTo>
                <a:lnTo>
                  <a:pt x="13631" y="5061"/>
                </a:lnTo>
                <a:lnTo>
                  <a:pt x="13636" y="5073"/>
                </a:lnTo>
                <a:lnTo>
                  <a:pt x="13641" y="5084"/>
                </a:lnTo>
                <a:lnTo>
                  <a:pt x="13644" y="5096"/>
                </a:lnTo>
                <a:lnTo>
                  <a:pt x="13646" y="5107"/>
                </a:lnTo>
                <a:lnTo>
                  <a:pt x="13648" y="5119"/>
                </a:lnTo>
                <a:lnTo>
                  <a:pt x="13650" y="5131"/>
                </a:lnTo>
                <a:lnTo>
                  <a:pt x="13651" y="5143"/>
                </a:lnTo>
                <a:lnTo>
                  <a:pt x="13651" y="5156"/>
                </a:lnTo>
                <a:lnTo>
                  <a:pt x="13651" y="5168"/>
                </a:lnTo>
                <a:lnTo>
                  <a:pt x="13650" y="5180"/>
                </a:lnTo>
                <a:lnTo>
                  <a:pt x="13648" y="5192"/>
                </a:lnTo>
                <a:lnTo>
                  <a:pt x="13646" y="5204"/>
                </a:lnTo>
                <a:lnTo>
                  <a:pt x="13644" y="5216"/>
                </a:lnTo>
                <a:lnTo>
                  <a:pt x="13641" y="5227"/>
                </a:lnTo>
                <a:lnTo>
                  <a:pt x="13636" y="5239"/>
                </a:lnTo>
                <a:lnTo>
                  <a:pt x="13631" y="5250"/>
                </a:lnTo>
                <a:lnTo>
                  <a:pt x="13627" y="5261"/>
                </a:lnTo>
                <a:lnTo>
                  <a:pt x="13621" y="5273"/>
                </a:lnTo>
                <a:lnTo>
                  <a:pt x="13615" y="5284"/>
                </a:lnTo>
                <a:lnTo>
                  <a:pt x="13608" y="5295"/>
                </a:lnTo>
                <a:lnTo>
                  <a:pt x="13601" y="5305"/>
                </a:lnTo>
                <a:lnTo>
                  <a:pt x="13593" y="5315"/>
                </a:lnTo>
                <a:lnTo>
                  <a:pt x="13585" y="5325"/>
                </a:lnTo>
                <a:lnTo>
                  <a:pt x="13576" y="5334"/>
                </a:lnTo>
                <a:close/>
                <a:moveTo>
                  <a:pt x="8378" y="13292"/>
                </a:moveTo>
                <a:lnTo>
                  <a:pt x="8366" y="13321"/>
                </a:lnTo>
                <a:lnTo>
                  <a:pt x="8352" y="13350"/>
                </a:lnTo>
                <a:lnTo>
                  <a:pt x="8336" y="13377"/>
                </a:lnTo>
                <a:lnTo>
                  <a:pt x="8318" y="13403"/>
                </a:lnTo>
                <a:lnTo>
                  <a:pt x="8300" y="13427"/>
                </a:lnTo>
                <a:lnTo>
                  <a:pt x="8280" y="13450"/>
                </a:lnTo>
                <a:lnTo>
                  <a:pt x="8258" y="13473"/>
                </a:lnTo>
                <a:lnTo>
                  <a:pt x="8235" y="13494"/>
                </a:lnTo>
                <a:lnTo>
                  <a:pt x="8210" y="13513"/>
                </a:lnTo>
                <a:lnTo>
                  <a:pt x="8185" y="13530"/>
                </a:lnTo>
                <a:lnTo>
                  <a:pt x="8159" y="13546"/>
                </a:lnTo>
                <a:lnTo>
                  <a:pt x="8132" y="13560"/>
                </a:lnTo>
                <a:lnTo>
                  <a:pt x="8104" y="13573"/>
                </a:lnTo>
                <a:lnTo>
                  <a:pt x="8074" y="13585"/>
                </a:lnTo>
                <a:lnTo>
                  <a:pt x="8044" y="13594"/>
                </a:lnTo>
                <a:lnTo>
                  <a:pt x="8013" y="13601"/>
                </a:lnTo>
                <a:lnTo>
                  <a:pt x="7985" y="13607"/>
                </a:lnTo>
                <a:lnTo>
                  <a:pt x="7956" y="13610"/>
                </a:lnTo>
                <a:lnTo>
                  <a:pt x="7927" y="13612"/>
                </a:lnTo>
                <a:lnTo>
                  <a:pt x="7899" y="13612"/>
                </a:lnTo>
                <a:lnTo>
                  <a:pt x="7874" y="13611"/>
                </a:lnTo>
                <a:lnTo>
                  <a:pt x="7850" y="13609"/>
                </a:lnTo>
                <a:lnTo>
                  <a:pt x="7827" y="13605"/>
                </a:lnTo>
                <a:lnTo>
                  <a:pt x="7804" y="13601"/>
                </a:lnTo>
                <a:lnTo>
                  <a:pt x="7781" y="13595"/>
                </a:lnTo>
                <a:lnTo>
                  <a:pt x="7758" y="13589"/>
                </a:lnTo>
                <a:lnTo>
                  <a:pt x="7736" y="13580"/>
                </a:lnTo>
                <a:lnTo>
                  <a:pt x="7714" y="13571"/>
                </a:lnTo>
                <a:lnTo>
                  <a:pt x="7691" y="13562"/>
                </a:lnTo>
                <a:lnTo>
                  <a:pt x="7670" y="13551"/>
                </a:lnTo>
                <a:lnTo>
                  <a:pt x="7650" y="13539"/>
                </a:lnTo>
                <a:lnTo>
                  <a:pt x="7630" y="13526"/>
                </a:lnTo>
                <a:lnTo>
                  <a:pt x="7610" y="13512"/>
                </a:lnTo>
                <a:lnTo>
                  <a:pt x="7591" y="13497"/>
                </a:lnTo>
                <a:lnTo>
                  <a:pt x="7573" y="13482"/>
                </a:lnTo>
                <a:lnTo>
                  <a:pt x="7556" y="13465"/>
                </a:lnTo>
                <a:lnTo>
                  <a:pt x="1154" y="7119"/>
                </a:lnTo>
                <a:lnTo>
                  <a:pt x="1133" y="7096"/>
                </a:lnTo>
                <a:lnTo>
                  <a:pt x="1113" y="7072"/>
                </a:lnTo>
                <a:lnTo>
                  <a:pt x="1094" y="7048"/>
                </a:lnTo>
                <a:lnTo>
                  <a:pt x="1078" y="7022"/>
                </a:lnTo>
                <a:lnTo>
                  <a:pt x="1063" y="6996"/>
                </a:lnTo>
                <a:lnTo>
                  <a:pt x="1050" y="6967"/>
                </a:lnTo>
                <a:lnTo>
                  <a:pt x="1038" y="6940"/>
                </a:lnTo>
                <a:lnTo>
                  <a:pt x="1029" y="6911"/>
                </a:lnTo>
                <a:lnTo>
                  <a:pt x="1021" y="6882"/>
                </a:lnTo>
                <a:lnTo>
                  <a:pt x="1014" y="6852"/>
                </a:lnTo>
                <a:lnTo>
                  <a:pt x="1010" y="6822"/>
                </a:lnTo>
                <a:lnTo>
                  <a:pt x="1007" y="6792"/>
                </a:lnTo>
                <a:lnTo>
                  <a:pt x="1006" y="6761"/>
                </a:lnTo>
                <a:lnTo>
                  <a:pt x="1007" y="6730"/>
                </a:lnTo>
                <a:lnTo>
                  <a:pt x="1010" y="6699"/>
                </a:lnTo>
                <a:lnTo>
                  <a:pt x="1015" y="6668"/>
                </a:lnTo>
                <a:lnTo>
                  <a:pt x="1022" y="6638"/>
                </a:lnTo>
                <a:lnTo>
                  <a:pt x="1030" y="6608"/>
                </a:lnTo>
                <a:lnTo>
                  <a:pt x="1040" y="6579"/>
                </a:lnTo>
                <a:lnTo>
                  <a:pt x="1052" y="6551"/>
                </a:lnTo>
                <a:lnTo>
                  <a:pt x="1065" y="6524"/>
                </a:lnTo>
                <a:lnTo>
                  <a:pt x="1080" y="6498"/>
                </a:lnTo>
                <a:lnTo>
                  <a:pt x="1097" y="6472"/>
                </a:lnTo>
                <a:lnTo>
                  <a:pt x="1116" y="6448"/>
                </a:lnTo>
                <a:lnTo>
                  <a:pt x="1136" y="6425"/>
                </a:lnTo>
                <a:lnTo>
                  <a:pt x="1156" y="6403"/>
                </a:lnTo>
                <a:lnTo>
                  <a:pt x="1179" y="6383"/>
                </a:lnTo>
                <a:lnTo>
                  <a:pt x="1202" y="6363"/>
                </a:lnTo>
                <a:lnTo>
                  <a:pt x="1227" y="6345"/>
                </a:lnTo>
                <a:lnTo>
                  <a:pt x="1252" y="6329"/>
                </a:lnTo>
                <a:lnTo>
                  <a:pt x="1280" y="6314"/>
                </a:lnTo>
                <a:lnTo>
                  <a:pt x="1308" y="6300"/>
                </a:lnTo>
                <a:lnTo>
                  <a:pt x="4434" y="5046"/>
                </a:lnTo>
                <a:lnTo>
                  <a:pt x="4632" y="5107"/>
                </a:lnTo>
                <a:lnTo>
                  <a:pt x="4830" y="5162"/>
                </a:lnTo>
                <a:lnTo>
                  <a:pt x="5027" y="5210"/>
                </a:lnTo>
                <a:lnTo>
                  <a:pt x="5225" y="5252"/>
                </a:lnTo>
                <a:lnTo>
                  <a:pt x="5422" y="5290"/>
                </a:lnTo>
                <a:lnTo>
                  <a:pt x="5620" y="5323"/>
                </a:lnTo>
                <a:lnTo>
                  <a:pt x="5817" y="5353"/>
                </a:lnTo>
                <a:lnTo>
                  <a:pt x="6016" y="5380"/>
                </a:lnTo>
                <a:lnTo>
                  <a:pt x="6410" y="5431"/>
                </a:lnTo>
                <a:lnTo>
                  <a:pt x="6805" y="5480"/>
                </a:lnTo>
                <a:lnTo>
                  <a:pt x="7003" y="5507"/>
                </a:lnTo>
                <a:lnTo>
                  <a:pt x="7201" y="5536"/>
                </a:lnTo>
                <a:lnTo>
                  <a:pt x="7398" y="5568"/>
                </a:lnTo>
                <a:lnTo>
                  <a:pt x="7596" y="5603"/>
                </a:lnTo>
                <a:lnTo>
                  <a:pt x="7793" y="5643"/>
                </a:lnTo>
                <a:lnTo>
                  <a:pt x="7991" y="5688"/>
                </a:lnTo>
                <a:lnTo>
                  <a:pt x="8188" y="5739"/>
                </a:lnTo>
                <a:lnTo>
                  <a:pt x="8385" y="5798"/>
                </a:lnTo>
                <a:lnTo>
                  <a:pt x="8584" y="5864"/>
                </a:lnTo>
                <a:lnTo>
                  <a:pt x="8781" y="5939"/>
                </a:lnTo>
                <a:lnTo>
                  <a:pt x="8979" y="6023"/>
                </a:lnTo>
                <a:lnTo>
                  <a:pt x="9176" y="6116"/>
                </a:lnTo>
                <a:lnTo>
                  <a:pt x="9373" y="6221"/>
                </a:lnTo>
                <a:lnTo>
                  <a:pt x="9571" y="6337"/>
                </a:lnTo>
                <a:lnTo>
                  <a:pt x="9769" y="6466"/>
                </a:lnTo>
                <a:lnTo>
                  <a:pt x="9967" y="6608"/>
                </a:lnTo>
                <a:lnTo>
                  <a:pt x="10164" y="6765"/>
                </a:lnTo>
                <a:lnTo>
                  <a:pt x="10361" y="6935"/>
                </a:lnTo>
                <a:lnTo>
                  <a:pt x="10559" y="7122"/>
                </a:lnTo>
                <a:lnTo>
                  <a:pt x="10756" y="7324"/>
                </a:lnTo>
                <a:lnTo>
                  <a:pt x="8378" y="13292"/>
                </a:lnTo>
                <a:close/>
                <a:moveTo>
                  <a:pt x="10402" y="369"/>
                </a:moveTo>
                <a:lnTo>
                  <a:pt x="10379" y="347"/>
                </a:lnTo>
                <a:lnTo>
                  <a:pt x="10356" y="326"/>
                </a:lnTo>
                <a:lnTo>
                  <a:pt x="10333" y="305"/>
                </a:lnTo>
                <a:lnTo>
                  <a:pt x="10310" y="286"/>
                </a:lnTo>
                <a:lnTo>
                  <a:pt x="10286" y="266"/>
                </a:lnTo>
                <a:lnTo>
                  <a:pt x="10261" y="247"/>
                </a:lnTo>
                <a:lnTo>
                  <a:pt x="10235" y="229"/>
                </a:lnTo>
                <a:lnTo>
                  <a:pt x="10210" y="211"/>
                </a:lnTo>
                <a:lnTo>
                  <a:pt x="10184" y="195"/>
                </a:lnTo>
                <a:lnTo>
                  <a:pt x="10158" y="179"/>
                </a:lnTo>
                <a:lnTo>
                  <a:pt x="10132" y="163"/>
                </a:lnTo>
                <a:lnTo>
                  <a:pt x="10105" y="148"/>
                </a:lnTo>
                <a:lnTo>
                  <a:pt x="10077" y="133"/>
                </a:lnTo>
                <a:lnTo>
                  <a:pt x="10050" y="120"/>
                </a:lnTo>
                <a:lnTo>
                  <a:pt x="10022" y="108"/>
                </a:lnTo>
                <a:lnTo>
                  <a:pt x="9994" y="96"/>
                </a:lnTo>
                <a:lnTo>
                  <a:pt x="9966" y="84"/>
                </a:lnTo>
                <a:lnTo>
                  <a:pt x="9938" y="74"/>
                </a:lnTo>
                <a:lnTo>
                  <a:pt x="9908" y="64"/>
                </a:lnTo>
                <a:lnTo>
                  <a:pt x="9879" y="55"/>
                </a:lnTo>
                <a:lnTo>
                  <a:pt x="9850" y="46"/>
                </a:lnTo>
                <a:lnTo>
                  <a:pt x="9820" y="38"/>
                </a:lnTo>
                <a:lnTo>
                  <a:pt x="9791" y="31"/>
                </a:lnTo>
                <a:lnTo>
                  <a:pt x="9761" y="25"/>
                </a:lnTo>
                <a:lnTo>
                  <a:pt x="9730" y="19"/>
                </a:lnTo>
                <a:lnTo>
                  <a:pt x="9699" y="14"/>
                </a:lnTo>
                <a:lnTo>
                  <a:pt x="9669" y="9"/>
                </a:lnTo>
                <a:lnTo>
                  <a:pt x="9638" y="6"/>
                </a:lnTo>
                <a:lnTo>
                  <a:pt x="9607" y="3"/>
                </a:lnTo>
                <a:lnTo>
                  <a:pt x="9577" y="2"/>
                </a:lnTo>
                <a:lnTo>
                  <a:pt x="9544" y="0"/>
                </a:lnTo>
                <a:lnTo>
                  <a:pt x="9513" y="0"/>
                </a:lnTo>
                <a:lnTo>
                  <a:pt x="9482" y="0"/>
                </a:lnTo>
                <a:lnTo>
                  <a:pt x="9451" y="2"/>
                </a:lnTo>
                <a:lnTo>
                  <a:pt x="9420" y="3"/>
                </a:lnTo>
                <a:lnTo>
                  <a:pt x="9388" y="6"/>
                </a:lnTo>
                <a:lnTo>
                  <a:pt x="9357" y="9"/>
                </a:lnTo>
                <a:lnTo>
                  <a:pt x="9327" y="14"/>
                </a:lnTo>
                <a:lnTo>
                  <a:pt x="9297" y="19"/>
                </a:lnTo>
                <a:lnTo>
                  <a:pt x="9266" y="25"/>
                </a:lnTo>
                <a:lnTo>
                  <a:pt x="9236" y="31"/>
                </a:lnTo>
                <a:lnTo>
                  <a:pt x="9206" y="38"/>
                </a:lnTo>
                <a:lnTo>
                  <a:pt x="9176" y="46"/>
                </a:lnTo>
                <a:lnTo>
                  <a:pt x="9147" y="55"/>
                </a:lnTo>
                <a:lnTo>
                  <a:pt x="9118" y="64"/>
                </a:lnTo>
                <a:lnTo>
                  <a:pt x="9089" y="74"/>
                </a:lnTo>
                <a:lnTo>
                  <a:pt x="9060" y="84"/>
                </a:lnTo>
                <a:lnTo>
                  <a:pt x="9031" y="96"/>
                </a:lnTo>
                <a:lnTo>
                  <a:pt x="9003" y="108"/>
                </a:lnTo>
                <a:lnTo>
                  <a:pt x="8976" y="120"/>
                </a:lnTo>
                <a:lnTo>
                  <a:pt x="8948" y="134"/>
                </a:lnTo>
                <a:lnTo>
                  <a:pt x="8921" y="149"/>
                </a:lnTo>
                <a:lnTo>
                  <a:pt x="8894" y="163"/>
                </a:lnTo>
                <a:lnTo>
                  <a:pt x="8867" y="179"/>
                </a:lnTo>
                <a:lnTo>
                  <a:pt x="8841" y="195"/>
                </a:lnTo>
                <a:lnTo>
                  <a:pt x="8816" y="211"/>
                </a:lnTo>
                <a:lnTo>
                  <a:pt x="8790" y="229"/>
                </a:lnTo>
                <a:lnTo>
                  <a:pt x="8766" y="247"/>
                </a:lnTo>
                <a:lnTo>
                  <a:pt x="8741" y="267"/>
                </a:lnTo>
                <a:lnTo>
                  <a:pt x="8716" y="286"/>
                </a:lnTo>
                <a:lnTo>
                  <a:pt x="8692" y="306"/>
                </a:lnTo>
                <a:lnTo>
                  <a:pt x="8669" y="326"/>
                </a:lnTo>
                <a:lnTo>
                  <a:pt x="8646" y="348"/>
                </a:lnTo>
                <a:lnTo>
                  <a:pt x="8624" y="369"/>
                </a:lnTo>
                <a:lnTo>
                  <a:pt x="7914" y="1081"/>
                </a:lnTo>
                <a:lnTo>
                  <a:pt x="7892" y="1104"/>
                </a:lnTo>
                <a:lnTo>
                  <a:pt x="7870" y="1128"/>
                </a:lnTo>
                <a:lnTo>
                  <a:pt x="7850" y="1151"/>
                </a:lnTo>
                <a:lnTo>
                  <a:pt x="7829" y="1174"/>
                </a:lnTo>
                <a:lnTo>
                  <a:pt x="7810" y="1199"/>
                </a:lnTo>
                <a:lnTo>
                  <a:pt x="7792" y="1223"/>
                </a:lnTo>
                <a:lnTo>
                  <a:pt x="7773" y="1249"/>
                </a:lnTo>
                <a:lnTo>
                  <a:pt x="7756" y="1274"/>
                </a:lnTo>
                <a:lnTo>
                  <a:pt x="7739" y="1300"/>
                </a:lnTo>
                <a:lnTo>
                  <a:pt x="7723" y="1326"/>
                </a:lnTo>
                <a:lnTo>
                  <a:pt x="7707" y="1352"/>
                </a:lnTo>
                <a:lnTo>
                  <a:pt x="7692" y="1380"/>
                </a:lnTo>
                <a:lnTo>
                  <a:pt x="7678" y="1407"/>
                </a:lnTo>
                <a:lnTo>
                  <a:pt x="7665" y="1434"/>
                </a:lnTo>
                <a:lnTo>
                  <a:pt x="7652" y="1462"/>
                </a:lnTo>
                <a:lnTo>
                  <a:pt x="7640" y="1491"/>
                </a:lnTo>
                <a:lnTo>
                  <a:pt x="7629" y="1519"/>
                </a:lnTo>
                <a:lnTo>
                  <a:pt x="7618" y="1547"/>
                </a:lnTo>
                <a:lnTo>
                  <a:pt x="7608" y="1576"/>
                </a:lnTo>
                <a:lnTo>
                  <a:pt x="7599" y="1606"/>
                </a:lnTo>
                <a:lnTo>
                  <a:pt x="7591" y="1636"/>
                </a:lnTo>
                <a:lnTo>
                  <a:pt x="7583" y="1665"/>
                </a:lnTo>
                <a:lnTo>
                  <a:pt x="7576" y="1695"/>
                </a:lnTo>
                <a:lnTo>
                  <a:pt x="7569" y="1725"/>
                </a:lnTo>
                <a:lnTo>
                  <a:pt x="7564" y="1756"/>
                </a:lnTo>
                <a:lnTo>
                  <a:pt x="7559" y="1786"/>
                </a:lnTo>
                <a:lnTo>
                  <a:pt x="7555" y="1817"/>
                </a:lnTo>
                <a:lnTo>
                  <a:pt x="7551" y="1848"/>
                </a:lnTo>
                <a:lnTo>
                  <a:pt x="7549" y="1879"/>
                </a:lnTo>
                <a:lnTo>
                  <a:pt x="7547" y="1911"/>
                </a:lnTo>
                <a:lnTo>
                  <a:pt x="7546" y="1942"/>
                </a:lnTo>
                <a:lnTo>
                  <a:pt x="7545" y="1974"/>
                </a:lnTo>
                <a:lnTo>
                  <a:pt x="7546" y="2018"/>
                </a:lnTo>
                <a:lnTo>
                  <a:pt x="7548" y="2062"/>
                </a:lnTo>
                <a:lnTo>
                  <a:pt x="7552" y="2106"/>
                </a:lnTo>
                <a:lnTo>
                  <a:pt x="7557" y="2150"/>
                </a:lnTo>
                <a:lnTo>
                  <a:pt x="7564" y="2192"/>
                </a:lnTo>
                <a:lnTo>
                  <a:pt x="7572" y="2236"/>
                </a:lnTo>
                <a:lnTo>
                  <a:pt x="7582" y="2278"/>
                </a:lnTo>
                <a:lnTo>
                  <a:pt x="7593" y="2319"/>
                </a:lnTo>
                <a:lnTo>
                  <a:pt x="7605" y="2361"/>
                </a:lnTo>
                <a:lnTo>
                  <a:pt x="7619" y="2402"/>
                </a:lnTo>
                <a:lnTo>
                  <a:pt x="7634" y="2442"/>
                </a:lnTo>
                <a:lnTo>
                  <a:pt x="7651" y="2483"/>
                </a:lnTo>
                <a:lnTo>
                  <a:pt x="7669" y="2522"/>
                </a:lnTo>
                <a:lnTo>
                  <a:pt x="7688" y="2560"/>
                </a:lnTo>
                <a:lnTo>
                  <a:pt x="7710" y="2599"/>
                </a:lnTo>
                <a:lnTo>
                  <a:pt x="7732" y="2635"/>
                </a:lnTo>
                <a:lnTo>
                  <a:pt x="902" y="5377"/>
                </a:lnTo>
                <a:lnTo>
                  <a:pt x="860" y="5397"/>
                </a:lnTo>
                <a:lnTo>
                  <a:pt x="819" y="5418"/>
                </a:lnTo>
                <a:lnTo>
                  <a:pt x="778" y="5440"/>
                </a:lnTo>
                <a:lnTo>
                  <a:pt x="737" y="5462"/>
                </a:lnTo>
                <a:lnTo>
                  <a:pt x="699" y="5486"/>
                </a:lnTo>
                <a:lnTo>
                  <a:pt x="660" y="5511"/>
                </a:lnTo>
                <a:lnTo>
                  <a:pt x="623" y="5539"/>
                </a:lnTo>
                <a:lnTo>
                  <a:pt x="586" y="5566"/>
                </a:lnTo>
                <a:lnTo>
                  <a:pt x="550" y="5594"/>
                </a:lnTo>
                <a:lnTo>
                  <a:pt x="516" y="5623"/>
                </a:lnTo>
                <a:lnTo>
                  <a:pt x="482" y="5655"/>
                </a:lnTo>
                <a:lnTo>
                  <a:pt x="450" y="5686"/>
                </a:lnTo>
                <a:lnTo>
                  <a:pt x="417" y="5718"/>
                </a:lnTo>
                <a:lnTo>
                  <a:pt x="386" y="5751"/>
                </a:lnTo>
                <a:lnTo>
                  <a:pt x="357" y="5786"/>
                </a:lnTo>
                <a:lnTo>
                  <a:pt x="328" y="5821"/>
                </a:lnTo>
                <a:lnTo>
                  <a:pt x="301" y="5857"/>
                </a:lnTo>
                <a:lnTo>
                  <a:pt x="274" y="5894"/>
                </a:lnTo>
                <a:lnTo>
                  <a:pt x="248" y="5931"/>
                </a:lnTo>
                <a:lnTo>
                  <a:pt x="224" y="5969"/>
                </a:lnTo>
                <a:lnTo>
                  <a:pt x="200" y="6009"/>
                </a:lnTo>
                <a:lnTo>
                  <a:pt x="179" y="6049"/>
                </a:lnTo>
                <a:lnTo>
                  <a:pt x="158" y="6089"/>
                </a:lnTo>
                <a:lnTo>
                  <a:pt x="138" y="6131"/>
                </a:lnTo>
                <a:lnTo>
                  <a:pt x="120" y="6172"/>
                </a:lnTo>
                <a:lnTo>
                  <a:pt x="103" y="6214"/>
                </a:lnTo>
                <a:lnTo>
                  <a:pt x="87" y="6258"/>
                </a:lnTo>
                <a:lnTo>
                  <a:pt x="71" y="6301"/>
                </a:lnTo>
                <a:lnTo>
                  <a:pt x="58" y="6345"/>
                </a:lnTo>
                <a:lnTo>
                  <a:pt x="46" y="6390"/>
                </a:lnTo>
                <a:lnTo>
                  <a:pt x="36" y="6435"/>
                </a:lnTo>
                <a:lnTo>
                  <a:pt x="26" y="6481"/>
                </a:lnTo>
                <a:lnTo>
                  <a:pt x="18" y="6527"/>
                </a:lnTo>
                <a:lnTo>
                  <a:pt x="12" y="6573"/>
                </a:lnTo>
                <a:lnTo>
                  <a:pt x="7" y="6620"/>
                </a:lnTo>
                <a:lnTo>
                  <a:pt x="3" y="6666"/>
                </a:lnTo>
                <a:lnTo>
                  <a:pt x="1" y="6712"/>
                </a:lnTo>
                <a:lnTo>
                  <a:pt x="0" y="6759"/>
                </a:lnTo>
                <a:lnTo>
                  <a:pt x="1" y="6804"/>
                </a:lnTo>
                <a:lnTo>
                  <a:pt x="3" y="6850"/>
                </a:lnTo>
                <a:lnTo>
                  <a:pt x="6" y="6896"/>
                </a:lnTo>
                <a:lnTo>
                  <a:pt x="11" y="6941"/>
                </a:lnTo>
                <a:lnTo>
                  <a:pt x="17" y="6987"/>
                </a:lnTo>
                <a:lnTo>
                  <a:pt x="24" y="7032"/>
                </a:lnTo>
                <a:lnTo>
                  <a:pt x="33" y="7076"/>
                </a:lnTo>
                <a:lnTo>
                  <a:pt x="43" y="7121"/>
                </a:lnTo>
                <a:lnTo>
                  <a:pt x="55" y="7165"/>
                </a:lnTo>
                <a:lnTo>
                  <a:pt x="67" y="7209"/>
                </a:lnTo>
                <a:lnTo>
                  <a:pt x="81" y="7253"/>
                </a:lnTo>
                <a:lnTo>
                  <a:pt x="98" y="7295"/>
                </a:lnTo>
                <a:lnTo>
                  <a:pt x="114" y="7337"/>
                </a:lnTo>
                <a:lnTo>
                  <a:pt x="132" y="7380"/>
                </a:lnTo>
                <a:lnTo>
                  <a:pt x="152" y="7421"/>
                </a:lnTo>
                <a:lnTo>
                  <a:pt x="172" y="7462"/>
                </a:lnTo>
                <a:lnTo>
                  <a:pt x="194" y="7503"/>
                </a:lnTo>
                <a:lnTo>
                  <a:pt x="217" y="7542"/>
                </a:lnTo>
                <a:lnTo>
                  <a:pt x="241" y="7581"/>
                </a:lnTo>
                <a:lnTo>
                  <a:pt x="268" y="7620"/>
                </a:lnTo>
                <a:lnTo>
                  <a:pt x="294" y="7658"/>
                </a:lnTo>
                <a:lnTo>
                  <a:pt x="322" y="7695"/>
                </a:lnTo>
                <a:lnTo>
                  <a:pt x="351" y="7732"/>
                </a:lnTo>
                <a:lnTo>
                  <a:pt x="382" y="7767"/>
                </a:lnTo>
                <a:lnTo>
                  <a:pt x="413" y="7801"/>
                </a:lnTo>
                <a:lnTo>
                  <a:pt x="447" y="7835"/>
                </a:lnTo>
                <a:lnTo>
                  <a:pt x="6844" y="14177"/>
                </a:lnTo>
                <a:lnTo>
                  <a:pt x="6871" y="14203"/>
                </a:lnTo>
                <a:lnTo>
                  <a:pt x="6897" y="14228"/>
                </a:lnTo>
                <a:lnTo>
                  <a:pt x="6924" y="14252"/>
                </a:lnTo>
                <a:lnTo>
                  <a:pt x="6952" y="14275"/>
                </a:lnTo>
                <a:lnTo>
                  <a:pt x="6979" y="14298"/>
                </a:lnTo>
                <a:lnTo>
                  <a:pt x="7008" y="14320"/>
                </a:lnTo>
                <a:lnTo>
                  <a:pt x="7038" y="14341"/>
                </a:lnTo>
                <a:lnTo>
                  <a:pt x="7067" y="14362"/>
                </a:lnTo>
                <a:lnTo>
                  <a:pt x="7097" y="14381"/>
                </a:lnTo>
                <a:lnTo>
                  <a:pt x="7127" y="14400"/>
                </a:lnTo>
                <a:lnTo>
                  <a:pt x="7157" y="14418"/>
                </a:lnTo>
                <a:lnTo>
                  <a:pt x="7188" y="14436"/>
                </a:lnTo>
                <a:lnTo>
                  <a:pt x="7221" y="14453"/>
                </a:lnTo>
                <a:lnTo>
                  <a:pt x="7252" y="14469"/>
                </a:lnTo>
                <a:lnTo>
                  <a:pt x="7284" y="14484"/>
                </a:lnTo>
                <a:lnTo>
                  <a:pt x="7316" y="14499"/>
                </a:lnTo>
                <a:lnTo>
                  <a:pt x="7349" y="14512"/>
                </a:lnTo>
                <a:lnTo>
                  <a:pt x="7383" y="14525"/>
                </a:lnTo>
                <a:lnTo>
                  <a:pt x="7416" y="14537"/>
                </a:lnTo>
                <a:lnTo>
                  <a:pt x="7450" y="14548"/>
                </a:lnTo>
                <a:lnTo>
                  <a:pt x="7484" y="14558"/>
                </a:lnTo>
                <a:lnTo>
                  <a:pt x="7518" y="14569"/>
                </a:lnTo>
                <a:lnTo>
                  <a:pt x="7553" y="14578"/>
                </a:lnTo>
                <a:lnTo>
                  <a:pt x="7588" y="14586"/>
                </a:lnTo>
                <a:lnTo>
                  <a:pt x="7623" y="14593"/>
                </a:lnTo>
                <a:lnTo>
                  <a:pt x="7657" y="14599"/>
                </a:lnTo>
                <a:lnTo>
                  <a:pt x="7693" y="14605"/>
                </a:lnTo>
                <a:lnTo>
                  <a:pt x="7729" y="14609"/>
                </a:lnTo>
                <a:lnTo>
                  <a:pt x="7765" y="14613"/>
                </a:lnTo>
                <a:lnTo>
                  <a:pt x="7800" y="14616"/>
                </a:lnTo>
                <a:lnTo>
                  <a:pt x="7836" y="14618"/>
                </a:lnTo>
                <a:lnTo>
                  <a:pt x="7872" y="14619"/>
                </a:lnTo>
                <a:lnTo>
                  <a:pt x="7882" y="14620"/>
                </a:lnTo>
                <a:lnTo>
                  <a:pt x="7892" y="14620"/>
                </a:lnTo>
                <a:lnTo>
                  <a:pt x="7903" y="14620"/>
                </a:lnTo>
                <a:lnTo>
                  <a:pt x="7911" y="14620"/>
                </a:lnTo>
                <a:lnTo>
                  <a:pt x="7949" y="14619"/>
                </a:lnTo>
                <a:lnTo>
                  <a:pt x="7987" y="14618"/>
                </a:lnTo>
                <a:lnTo>
                  <a:pt x="8025" y="14616"/>
                </a:lnTo>
                <a:lnTo>
                  <a:pt x="8065" y="14612"/>
                </a:lnTo>
                <a:lnTo>
                  <a:pt x="8103" y="14608"/>
                </a:lnTo>
                <a:lnTo>
                  <a:pt x="8141" y="14602"/>
                </a:lnTo>
                <a:lnTo>
                  <a:pt x="8179" y="14596"/>
                </a:lnTo>
                <a:lnTo>
                  <a:pt x="8219" y="14589"/>
                </a:lnTo>
                <a:lnTo>
                  <a:pt x="8265" y="14578"/>
                </a:lnTo>
                <a:lnTo>
                  <a:pt x="8311" y="14566"/>
                </a:lnTo>
                <a:lnTo>
                  <a:pt x="8356" y="14552"/>
                </a:lnTo>
                <a:lnTo>
                  <a:pt x="8401" y="14538"/>
                </a:lnTo>
                <a:lnTo>
                  <a:pt x="8445" y="14522"/>
                </a:lnTo>
                <a:lnTo>
                  <a:pt x="8489" y="14505"/>
                </a:lnTo>
                <a:lnTo>
                  <a:pt x="8531" y="14487"/>
                </a:lnTo>
                <a:lnTo>
                  <a:pt x="8574" y="14467"/>
                </a:lnTo>
                <a:lnTo>
                  <a:pt x="8616" y="14446"/>
                </a:lnTo>
                <a:lnTo>
                  <a:pt x="8656" y="14423"/>
                </a:lnTo>
                <a:lnTo>
                  <a:pt x="8696" y="14400"/>
                </a:lnTo>
                <a:lnTo>
                  <a:pt x="8736" y="14375"/>
                </a:lnTo>
                <a:lnTo>
                  <a:pt x="8774" y="14350"/>
                </a:lnTo>
                <a:lnTo>
                  <a:pt x="8811" y="14323"/>
                </a:lnTo>
                <a:lnTo>
                  <a:pt x="8847" y="14294"/>
                </a:lnTo>
                <a:lnTo>
                  <a:pt x="8883" y="14265"/>
                </a:lnTo>
                <a:lnTo>
                  <a:pt x="8918" y="14235"/>
                </a:lnTo>
                <a:lnTo>
                  <a:pt x="8952" y="14204"/>
                </a:lnTo>
                <a:lnTo>
                  <a:pt x="8985" y="14171"/>
                </a:lnTo>
                <a:lnTo>
                  <a:pt x="9017" y="14138"/>
                </a:lnTo>
                <a:lnTo>
                  <a:pt x="9047" y="14104"/>
                </a:lnTo>
                <a:lnTo>
                  <a:pt x="9078" y="14068"/>
                </a:lnTo>
                <a:lnTo>
                  <a:pt x="9106" y="14032"/>
                </a:lnTo>
                <a:lnTo>
                  <a:pt x="9134" y="13995"/>
                </a:lnTo>
                <a:lnTo>
                  <a:pt x="9160" y="13957"/>
                </a:lnTo>
                <a:lnTo>
                  <a:pt x="9186" y="13918"/>
                </a:lnTo>
                <a:lnTo>
                  <a:pt x="9210" y="13878"/>
                </a:lnTo>
                <a:lnTo>
                  <a:pt x="9232" y="13838"/>
                </a:lnTo>
                <a:lnTo>
                  <a:pt x="9255" y="13796"/>
                </a:lnTo>
                <a:lnTo>
                  <a:pt x="9276" y="13754"/>
                </a:lnTo>
                <a:lnTo>
                  <a:pt x="9295" y="13711"/>
                </a:lnTo>
                <a:lnTo>
                  <a:pt x="9313" y="13666"/>
                </a:lnTo>
                <a:lnTo>
                  <a:pt x="12000" y="6923"/>
                </a:lnTo>
                <a:lnTo>
                  <a:pt x="12038" y="6948"/>
                </a:lnTo>
                <a:lnTo>
                  <a:pt x="12077" y="6970"/>
                </a:lnTo>
                <a:lnTo>
                  <a:pt x="12118" y="6993"/>
                </a:lnTo>
                <a:lnTo>
                  <a:pt x="12158" y="7012"/>
                </a:lnTo>
                <a:lnTo>
                  <a:pt x="12199" y="7031"/>
                </a:lnTo>
                <a:lnTo>
                  <a:pt x="12241" y="7047"/>
                </a:lnTo>
                <a:lnTo>
                  <a:pt x="12284" y="7063"/>
                </a:lnTo>
                <a:lnTo>
                  <a:pt x="12327" y="7076"/>
                </a:lnTo>
                <a:lnTo>
                  <a:pt x="12370" y="7088"/>
                </a:lnTo>
                <a:lnTo>
                  <a:pt x="12414" y="7099"/>
                </a:lnTo>
                <a:lnTo>
                  <a:pt x="12459" y="7109"/>
                </a:lnTo>
                <a:lnTo>
                  <a:pt x="12504" y="7116"/>
                </a:lnTo>
                <a:lnTo>
                  <a:pt x="12549" y="7122"/>
                </a:lnTo>
                <a:lnTo>
                  <a:pt x="12595" y="7126"/>
                </a:lnTo>
                <a:lnTo>
                  <a:pt x="12642" y="7129"/>
                </a:lnTo>
                <a:lnTo>
                  <a:pt x="12688" y="7130"/>
                </a:lnTo>
                <a:lnTo>
                  <a:pt x="12719" y="7129"/>
                </a:lnTo>
                <a:lnTo>
                  <a:pt x="12750" y="7128"/>
                </a:lnTo>
                <a:lnTo>
                  <a:pt x="12781" y="7126"/>
                </a:lnTo>
                <a:lnTo>
                  <a:pt x="12813" y="7123"/>
                </a:lnTo>
                <a:lnTo>
                  <a:pt x="12844" y="7120"/>
                </a:lnTo>
                <a:lnTo>
                  <a:pt x="12874" y="7116"/>
                </a:lnTo>
                <a:lnTo>
                  <a:pt x="12905" y="7111"/>
                </a:lnTo>
                <a:lnTo>
                  <a:pt x="12935" y="7105"/>
                </a:lnTo>
                <a:lnTo>
                  <a:pt x="12966" y="7098"/>
                </a:lnTo>
                <a:lnTo>
                  <a:pt x="12995" y="7091"/>
                </a:lnTo>
                <a:lnTo>
                  <a:pt x="13025" y="7083"/>
                </a:lnTo>
                <a:lnTo>
                  <a:pt x="13054" y="7075"/>
                </a:lnTo>
                <a:lnTo>
                  <a:pt x="13083" y="7066"/>
                </a:lnTo>
                <a:lnTo>
                  <a:pt x="13112" y="7056"/>
                </a:lnTo>
                <a:lnTo>
                  <a:pt x="13141" y="7045"/>
                </a:lnTo>
                <a:lnTo>
                  <a:pt x="13170" y="7034"/>
                </a:lnTo>
                <a:lnTo>
                  <a:pt x="13198" y="7022"/>
                </a:lnTo>
                <a:lnTo>
                  <a:pt x="13225" y="7009"/>
                </a:lnTo>
                <a:lnTo>
                  <a:pt x="13253" y="6996"/>
                </a:lnTo>
                <a:lnTo>
                  <a:pt x="13280" y="6981"/>
                </a:lnTo>
                <a:lnTo>
                  <a:pt x="13307" y="6966"/>
                </a:lnTo>
                <a:lnTo>
                  <a:pt x="13334" y="6950"/>
                </a:lnTo>
                <a:lnTo>
                  <a:pt x="13360" y="6934"/>
                </a:lnTo>
                <a:lnTo>
                  <a:pt x="13385" y="6918"/>
                </a:lnTo>
                <a:lnTo>
                  <a:pt x="13410" y="6900"/>
                </a:lnTo>
                <a:lnTo>
                  <a:pt x="13435" y="6882"/>
                </a:lnTo>
                <a:lnTo>
                  <a:pt x="13460" y="6863"/>
                </a:lnTo>
                <a:lnTo>
                  <a:pt x="13485" y="6843"/>
                </a:lnTo>
                <a:lnTo>
                  <a:pt x="13508" y="6823"/>
                </a:lnTo>
                <a:lnTo>
                  <a:pt x="13532" y="6803"/>
                </a:lnTo>
                <a:lnTo>
                  <a:pt x="13554" y="6781"/>
                </a:lnTo>
                <a:lnTo>
                  <a:pt x="13577" y="6759"/>
                </a:lnTo>
                <a:lnTo>
                  <a:pt x="14285" y="6050"/>
                </a:lnTo>
                <a:lnTo>
                  <a:pt x="14307" y="6028"/>
                </a:lnTo>
                <a:lnTo>
                  <a:pt x="14329" y="6005"/>
                </a:lnTo>
                <a:lnTo>
                  <a:pt x="14350" y="5980"/>
                </a:lnTo>
                <a:lnTo>
                  <a:pt x="14370" y="5957"/>
                </a:lnTo>
                <a:lnTo>
                  <a:pt x="14389" y="5932"/>
                </a:lnTo>
                <a:lnTo>
                  <a:pt x="14408" y="5908"/>
                </a:lnTo>
                <a:lnTo>
                  <a:pt x="14426" y="5883"/>
                </a:lnTo>
                <a:lnTo>
                  <a:pt x="14444" y="5857"/>
                </a:lnTo>
                <a:lnTo>
                  <a:pt x="14460" y="5831"/>
                </a:lnTo>
                <a:lnTo>
                  <a:pt x="14477" y="5805"/>
                </a:lnTo>
                <a:lnTo>
                  <a:pt x="14493" y="5778"/>
                </a:lnTo>
                <a:lnTo>
                  <a:pt x="14508" y="5751"/>
                </a:lnTo>
                <a:lnTo>
                  <a:pt x="14522" y="5724"/>
                </a:lnTo>
                <a:lnTo>
                  <a:pt x="14535" y="5696"/>
                </a:lnTo>
                <a:lnTo>
                  <a:pt x="14548" y="5668"/>
                </a:lnTo>
                <a:lnTo>
                  <a:pt x="14560" y="5640"/>
                </a:lnTo>
                <a:lnTo>
                  <a:pt x="14572" y="5611"/>
                </a:lnTo>
                <a:lnTo>
                  <a:pt x="14582" y="5583"/>
                </a:lnTo>
                <a:lnTo>
                  <a:pt x="14592" y="5554"/>
                </a:lnTo>
                <a:lnTo>
                  <a:pt x="14602" y="5525"/>
                </a:lnTo>
                <a:lnTo>
                  <a:pt x="14610" y="5494"/>
                </a:lnTo>
                <a:lnTo>
                  <a:pt x="14618" y="5465"/>
                </a:lnTo>
                <a:lnTo>
                  <a:pt x="14625" y="5435"/>
                </a:lnTo>
                <a:lnTo>
                  <a:pt x="14631" y="5405"/>
                </a:lnTo>
                <a:lnTo>
                  <a:pt x="14637" y="5373"/>
                </a:lnTo>
                <a:lnTo>
                  <a:pt x="14642" y="5343"/>
                </a:lnTo>
                <a:lnTo>
                  <a:pt x="14646" y="5312"/>
                </a:lnTo>
                <a:lnTo>
                  <a:pt x="14649" y="5282"/>
                </a:lnTo>
                <a:lnTo>
                  <a:pt x="14652" y="5250"/>
                </a:lnTo>
                <a:lnTo>
                  <a:pt x="14654" y="5219"/>
                </a:lnTo>
                <a:lnTo>
                  <a:pt x="14656" y="5187"/>
                </a:lnTo>
                <a:lnTo>
                  <a:pt x="14656" y="5156"/>
                </a:lnTo>
                <a:lnTo>
                  <a:pt x="14656" y="5124"/>
                </a:lnTo>
                <a:lnTo>
                  <a:pt x="14654" y="5092"/>
                </a:lnTo>
                <a:lnTo>
                  <a:pt x="14652" y="5061"/>
                </a:lnTo>
                <a:lnTo>
                  <a:pt x="14649" y="5030"/>
                </a:lnTo>
                <a:lnTo>
                  <a:pt x="14646" y="4999"/>
                </a:lnTo>
                <a:lnTo>
                  <a:pt x="14642" y="4968"/>
                </a:lnTo>
                <a:lnTo>
                  <a:pt x="14637" y="4938"/>
                </a:lnTo>
                <a:lnTo>
                  <a:pt x="14631" y="4908"/>
                </a:lnTo>
                <a:lnTo>
                  <a:pt x="14625" y="4877"/>
                </a:lnTo>
                <a:lnTo>
                  <a:pt x="14618" y="4847"/>
                </a:lnTo>
                <a:lnTo>
                  <a:pt x="14610" y="4817"/>
                </a:lnTo>
                <a:lnTo>
                  <a:pt x="14602" y="4788"/>
                </a:lnTo>
                <a:lnTo>
                  <a:pt x="14592" y="4758"/>
                </a:lnTo>
                <a:lnTo>
                  <a:pt x="14583" y="4729"/>
                </a:lnTo>
                <a:lnTo>
                  <a:pt x="14572" y="4701"/>
                </a:lnTo>
                <a:lnTo>
                  <a:pt x="14561" y="4672"/>
                </a:lnTo>
                <a:lnTo>
                  <a:pt x="14549" y="4643"/>
                </a:lnTo>
                <a:lnTo>
                  <a:pt x="14536" y="4616"/>
                </a:lnTo>
                <a:lnTo>
                  <a:pt x="14523" y="4589"/>
                </a:lnTo>
                <a:lnTo>
                  <a:pt x="14509" y="4562"/>
                </a:lnTo>
                <a:lnTo>
                  <a:pt x="14494" y="4534"/>
                </a:lnTo>
                <a:lnTo>
                  <a:pt x="14478" y="4508"/>
                </a:lnTo>
                <a:lnTo>
                  <a:pt x="14462" y="4482"/>
                </a:lnTo>
                <a:lnTo>
                  <a:pt x="14445" y="4456"/>
                </a:lnTo>
                <a:lnTo>
                  <a:pt x="14428" y="4431"/>
                </a:lnTo>
                <a:lnTo>
                  <a:pt x="14410" y="4405"/>
                </a:lnTo>
                <a:lnTo>
                  <a:pt x="14391" y="4381"/>
                </a:lnTo>
                <a:lnTo>
                  <a:pt x="14372" y="4357"/>
                </a:lnTo>
                <a:lnTo>
                  <a:pt x="14352" y="4333"/>
                </a:lnTo>
                <a:lnTo>
                  <a:pt x="14331" y="4310"/>
                </a:lnTo>
                <a:lnTo>
                  <a:pt x="14309" y="4287"/>
                </a:lnTo>
                <a:lnTo>
                  <a:pt x="14288" y="4265"/>
                </a:lnTo>
                <a:lnTo>
                  <a:pt x="10402" y="369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229"/>
          <p:cNvSpPr>
            <a:spLocks noEditPoints="1"/>
          </p:cNvSpPr>
          <p:nvPr/>
        </p:nvSpPr>
        <p:spPr bwMode="auto">
          <a:xfrm>
            <a:off x="7751445" y="2202815"/>
            <a:ext cx="85090" cy="85090"/>
          </a:xfrm>
          <a:custGeom>
            <a:avLst/>
            <a:gdLst>
              <a:gd name="T0" fmla="*/ 1409 w 2514"/>
              <a:gd name="T1" fmla="*/ 519 h 2521"/>
              <a:gd name="T2" fmla="*/ 1584 w 2514"/>
              <a:gd name="T3" fmla="*/ 579 h 2521"/>
              <a:gd name="T4" fmla="*/ 1737 w 2514"/>
              <a:gd name="T5" fmla="*/ 677 h 2521"/>
              <a:gd name="T6" fmla="*/ 1862 w 2514"/>
              <a:gd name="T7" fmla="*/ 808 h 2521"/>
              <a:gd name="T8" fmla="*/ 1952 w 2514"/>
              <a:gd name="T9" fmla="*/ 966 h 2521"/>
              <a:gd name="T10" fmla="*/ 2002 w 2514"/>
              <a:gd name="T11" fmla="*/ 1145 h 2521"/>
              <a:gd name="T12" fmla="*/ 2007 w 2514"/>
              <a:gd name="T13" fmla="*/ 1338 h 2521"/>
              <a:gd name="T14" fmla="*/ 1966 w 2514"/>
              <a:gd name="T15" fmla="*/ 1520 h 2521"/>
              <a:gd name="T16" fmla="*/ 1883 w 2514"/>
              <a:gd name="T17" fmla="*/ 1683 h 2521"/>
              <a:gd name="T18" fmla="*/ 1765 w 2514"/>
              <a:gd name="T19" fmla="*/ 1820 h 2521"/>
              <a:gd name="T20" fmla="*/ 1617 w 2514"/>
              <a:gd name="T21" fmla="*/ 1925 h 2521"/>
              <a:gd name="T22" fmla="*/ 1446 w 2514"/>
              <a:gd name="T23" fmla="*/ 1992 h 2521"/>
              <a:gd name="T24" fmla="*/ 1257 w 2514"/>
              <a:gd name="T25" fmla="*/ 2017 h 2521"/>
              <a:gd name="T26" fmla="*/ 1069 w 2514"/>
              <a:gd name="T27" fmla="*/ 1992 h 2521"/>
              <a:gd name="T28" fmla="*/ 897 w 2514"/>
              <a:gd name="T29" fmla="*/ 1925 h 2521"/>
              <a:gd name="T30" fmla="*/ 750 w 2514"/>
              <a:gd name="T31" fmla="*/ 1820 h 2521"/>
              <a:gd name="T32" fmla="*/ 631 w 2514"/>
              <a:gd name="T33" fmla="*/ 1683 h 2521"/>
              <a:gd name="T34" fmla="*/ 549 w 2514"/>
              <a:gd name="T35" fmla="*/ 1520 h 2521"/>
              <a:gd name="T36" fmla="*/ 507 w 2514"/>
              <a:gd name="T37" fmla="*/ 1338 h 2521"/>
              <a:gd name="T38" fmla="*/ 512 w 2514"/>
              <a:gd name="T39" fmla="*/ 1145 h 2521"/>
              <a:gd name="T40" fmla="*/ 562 w 2514"/>
              <a:gd name="T41" fmla="*/ 966 h 2521"/>
              <a:gd name="T42" fmla="*/ 652 w 2514"/>
              <a:gd name="T43" fmla="*/ 808 h 2521"/>
              <a:gd name="T44" fmla="*/ 777 w 2514"/>
              <a:gd name="T45" fmla="*/ 677 h 2521"/>
              <a:gd name="T46" fmla="*/ 930 w 2514"/>
              <a:gd name="T47" fmla="*/ 579 h 2521"/>
              <a:gd name="T48" fmla="*/ 1105 w 2514"/>
              <a:gd name="T49" fmla="*/ 519 h 2521"/>
              <a:gd name="T50" fmla="*/ 1257 w 2514"/>
              <a:gd name="T51" fmla="*/ 2521 h 2521"/>
              <a:gd name="T52" fmla="*/ 1571 w 2514"/>
              <a:gd name="T53" fmla="*/ 2481 h 2521"/>
              <a:gd name="T54" fmla="*/ 1856 w 2514"/>
              <a:gd name="T55" fmla="*/ 2368 h 2521"/>
              <a:gd name="T56" fmla="*/ 2102 w 2514"/>
              <a:gd name="T57" fmla="*/ 2193 h 2521"/>
              <a:gd name="T58" fmla="*/ 2299 w 2514"/>
              <a:gd name="T59" fmla="*/ 1964 h 2521"/>
              <a:gd name="T60" fmla="*/ 2438 w 2514"/>
              <a:gd name="T61" fmla="*/ 1693 h 2521"/>
              <a:gd name="T62" fmla="*/ 2508 w 2514"/>
              <a:gd name="T63" fmla="*/ 1389 h 2521"/>
              <a:gd name="T64" fmla="*/ 2500 w 2514"/>
              <a:gd name="T65" fmla="*/ 1069 h 2521"/>
              <a:gd name="T66" fmla="*/ 2416 w 2514"/>
              <a:gd name="T67" fmla="*/ 770 h 2521"/>
              <a:gd name="T68" fmla="*/ 2264 w 2514"/>
              <a:gd name="T69" fmla="*/ 506 h 2521"/>
              <a:gd name="T70" fmla="*/ 2057 w 2514"/>
              <a:gd name="T71" fmla="*/ 288 h 2521"/>
              <a:gd name="T72" fmla="*/ 1801 w 2514"/>
              <a:gd name="T73" fmla="*/ 124 h 2521"/>
              <a:gd name="T74" fmla="*/ 1510 w 2514"/>
              <a:gd name="T75" fmla="*/ 25 h 2521"/>
              <a:gd name="T76" fmla="*/ 1193 w 2514"/>
              <a:gd name="T77" fmla="*/ 2 h 2521"/>
              <a:gd name="T78" fmla="*/ 884 w 2514"/>
              <a:gd name="T79" fmla="*/ 56 h 2521"/>
              <a:gd name="T80" fmla="*/ 606 w 2514"/>
              <a:gd name="T81" fmla="*/ 182 h 2521"/>
              <a:gd name="T82" fmla="*/ 369 w 2514"/>
              <a:gd name="T83" fmla="*/ 369 h 2521"/>
              <a:gd name="T84" fmla="*/ 182 w 2514"/>
              <a:gd name="T85" fmla="*/ 607 h 2521"/>
              <a:gd name="T86" fmla="*/ 57 w 2514"/>
              <a:gd name="T87" fmla="*/ 886 h 2521"/>
              <a:gd name="T88" fmla="*/ 2 w 2514"/>
              <a:gd name="T89" fmla="*/ 1196 h 2521"/>
              <a:gd name="T90" fmla="*/ 26 w 2514"/>
              <a:gd name="T91" fmla="*/ 1514 h 2521"/>
              <a:gd name="T92" fmla="*/ 124 w 2514"/>
              <a:gd name="T93" fmla="*/ 1806 h 2521"/>
              <a:gd name="T94" fmla="*/ 287 w 2514"/>
              <a:gd name="T95" fmla="*/ 2062 h 2521"/>
              <a:gd name="T96" fmla="*/ 506 w 2514"/>
              <a:gd name="T97" fmla="*/ 2270 h 2521"/>
              <a:gd name="T98" fmla="*/ 768 w 2514"/>
              <a:gd name="T99" fmla="*/ 2422 h 2521"/>
              <a:gd name="T100" fmla="*/ 1066 w 2514"/>
              <a:gd name="T101" fmla="*/ 2507 h 25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514" h="2521">
                <a:moveTo>
                  <a:pt x="1257" y="504"/>
                </a:moveTo>
                <a:lnTo>
                  <a:pt x="1296" y="505"/>
                </a:lnTo>
                <a:lnTo>
                  <a:pt x="1334" y="508"/>
                </a:lnTo>
                <a:lnTo>
                  <a:pt x="1372" y="513"/>
                </a:lnTo>
                <a:lnTo>
                  <a:pt x="1409" y="519"/>
                </a:lnTo>
                <a:lnTo>
                  <a:pt x="1446" y="528"/>
                </a:lnTo>
                <a:lnTo>
                  <a:pt x="1481" y="538"/>
                </a:lnTo>
                <a:lnTo>
                  <a:pt x="1517" y="551"/>
                </a:lnTo>
                <a:lnTo>
                  <a:pt x="1551" y="564"/>
                </a:lnTo>
                <a:lnTo>
                  <a:pt x="1584" y="579"/>
                </a:lnTo>
                <a:lnTo>
                  <a:pt x="1617" y="596"/>
                </a:lnTo>
                <a:lnTo>
                  <a:pt x="1648" y="614"/>
                </a:lnTo>
                <a:lnTo>
                  <a:pt x="1679" y="633"/>
                </a:lnTo>
                <a:lnTo>
                  <a:pt x="1709" y="654"/>
                </a:lnTo>
                <a:lnTo>
                  <a:pt x="1737" y="677"/>
                </a:lnTo>
                <a:lnTo>
                  <a:pt x="1765" y="701"/>
                </a:lnTo>
                <a:lnTo>
                  <a:pt x="1791" y="726"/>
                </a:lnTo>
                <a:lnTo>
                  <a:pt x="1815" y="752"/>
                </a:lnTo>
                <a:lnTo>
                  <a:pt x="1839" y="779"/>
                </a:lnTo>
                <a:lnTo>
                  <a:pt x="1862" y="808"/>
                </a:lnTo>
                <a:lnTo>
                  <a:pt x="1883" y="838"/>
                </a:lnTo>
                <a:lnTo>
                  <a:pt x="1903" y="868"/>
                </a:lnTo>
                <a:lnTo>
                  <a:pt x="1921" y="900"/>
                </a:lnTo>
                <a:lnTo>
                  <a:pt x="1937" y="933"/>
                </a:lnTo>
                <a:lnTo>
                  <a:pt x="1952" y="966"/>
                </a:lnTo>
                <a:lnTo>
                  <a:pt x="1966" y="1000"/>
                </a:lnTo>
                <a:lnTo>
                  <a:pt x="1977" y="1035"/>
                </a:lnTo>
                <a:lnTo>
                  <a:pt x="1988" y="1072"/>
                </a:lnTo>
                <a:lnTo>
                  <a:pt x="1996" y="1108"/>
                </a:lnTo>
                <a:lnTo>
                  <a:pt x="2002" y="1145"/>
                </a:lnTo>
                <a:lnTo>
                  <a:pt x="2007" y="1183"/>
                </a:lnTo>
                <a:lnTo>
                  <a:pt x="2010" y="1221"/>
                </a:lnTo>
                <a:lnTo>
                  <a:pt x="2011" y="1260"/>
                </a:lnTo>
                <a:lnTo>
                  <a:pt x="2010" y="1300"/>
                </a:lnTo>
                <a:lnTo>
                  <a:pt x="2007" y="1338"/>
                </a:lnTo>
                <a:lnTo>
                  <a:pt x="2002" y="1375"/>
                </a:lnTo>
                <a:lnTo>
                  <a:pt x="1996" y="1413"/>
                </a:lnTo>
                <a:lnTo>
                  <a:pt x="1988" y="1449"/>
                </a:lnTo>
                <a:lnTo>
                  <a:pt x="1977" y="1485"/>
                </a:lnTo>
                <a:lnTo>
                  <a:pt x="1966" y="1520"/>
                </a:lnTo>
                <a:lnTo>
                  <a:pt x="1952" y="1555"/>
                </a:lnTo>
                <a:lnTo>
                  <a:pt x="1937" y="1588"/>
                </a:lnTo>
                <a:lnTo>
                  <a:pt x="1921" y="1620"/>
                </a:lnTo>
                <a:lnTo>
                  <a:pt x="1903" y="1653"/>
                </a:lnTo>
                <a:lnTo>
                  <a:pt x="1883" y="1683"/>
                </a:lnTo>
                <a:lnTo>
                  <a:pt x="1862" y="1713"/>
                </a:lnTo>
                <a:lnTo>
                  <a:pt x="1839" y="1741"/>
                </a:lnTo>
                <a:lnTo>
                  <a:pt x="1815" y="1768"/>
                </a:lnTo>
                <a:lnTo>
                  <a:pt x="1791" y="1795"/>
                </a:lnTo>
                <a:lnTo>
                  <a:pt x="1765" y="1820"/>
                </a:lnTo>
                <a:lnTo>
                  <a:pt x="1737" y="1844"/>
                </a:lnTo>
                <a:lnTo>
                  <a:pt x="1709" y="1866"/>
                </a:lnTo>
                <a:lnTo>
                  <a:pt x="1679" y="1887"/>
                </a:lnTo>
                <a:lnTo>
                  <a:pt x="1648" y="1907"/>
                </a:lnTo>
                <a:lnTo>
                  <a:pt x="1617" y="1925"/>
                </a:lnTo>
                <a:lnTo>
                  <a:pt x="1584" y="1942"/>
                </a:lnTo>
                <a:lnTo>
                  <a:pt x="1551" y="1957"/>
                </a:lnTo>
                <a:lnTo>
                  <a:pt x="1517" y="1970"/>
                </a:lnTo>
                <a:lnTo>
                  <a:pt x="1481" y="1982"/>
                </a:lnTo>
                <a:lnTo>
                  <a:pt x="1446" y="1992"/>
                </a:lnTo>
                <a:lnTo>
                  <a:pt x="1409" y="2001"/>
                </a:lnTo>
                <a:lnTo>
                  <a:pt x="1372" y="2007"/>
                </a:lnTo>
                <a:lnTo>
                  <a:pt x="1334" y="2012"/>
                </a:lnTo>
                <a:lnTo>
                  <a:pt x="1296" y="2015"/>
                </a:lnTo>
                <a:lnTo>
                  <a:pt x="1257" y="2017"/>
                </a:lnTo>
                <a:lnTo>
                  <a:pt x="1219" y="2015"/>
                </a:lnTo>
                <a:lnTo>
                  <a:pt x="1180" y="2012"/>
                </a:lnTo>
                <a:lnTo>
                  <a:pt x="1142" y="2007"/>
                </a:lnTo>
                <a:lnTo>
                  <a:pt x="1105" y="2001"/>
                </a:lnTo>
                <a:lnTo>
                  <a:pt x="1069" y="1992"/>
                </a:lnTo>
                <a:lnTo>
                  <a:pt x="1033" y="1982"/>
                </a:lnTo>
                <a:lnTo>
                  <a:pt x="997" y="1970"/>
                </a:lnTo>
                <a:lnTo>
                  <a:pt x="963" y="1957"/>
                </a:lnTo>
                <a:lnTo>
                  <a:pt x="930" y="1942"/>
                </a:lnTo>
                <a:lnTo>
                  <a:pt x="897" y="1925"/>
                </a:lnTo>
                <a:lnTo>
                  <a:pt x="866" y="1907"/>
                </a:lnTo>
                <a:lnTo>
                  <a:pt x="835" y="1887"/>
                </a:lnTo>
                <a:lnTo>
                  <a:pt x="805" y="1866"/>
                </a:lnTo>
                <a:lnTo>
                  <a:pt x="777" y="1844"/>
                </a:lnTo>
                <a:lnTo>
                  <a:pt x="750" y="1820"/>
                </a:lnTo>
                <a:lnTo>
                  <a:pt x="724" y="1795"/>
                </a:lnTo>
                <a:lnTo>
                  <a:pt x="699" y="1768"/>
                </a:lnTo>
                <a:lnTo>
                  <a:pt x="675" y="1741"/>
                </a:lnTo>
                <a:lnTo>
                  <a:pt x="652" y="1713"/>
                </a:lnTo>
                <a:lnTo>
                  <a:pt x="631" y="1683"/>
                </a:lnTo>
                <a:lnTo>
                  <a:pt x="612" y="1653"/>
                </a:lnTo>
                <a:lnTo>
                  <a:pt x="594" y="1620"/>
                </a:lnTo>
                <a:lnTo>
                  <a:pt x="577" y="1588"/>
                </a:lnTo>
                <a:lnTo>
                  <a:pt x="562" y="1555"/>
                </a:lnTo>
                <a:lnTo>
                  <a:pt x="549" y="1520"/>
                </a:lnTo>
                <a:lnTo>
                  <a:pt x="537" y="1485"/>
                </a:lnTo>
                <a:lnTo>
                  <a:pt x="527" y="1449"/>
                </a:lnTo>
                <a:lnTo>
                  <a:pt x="518" y="1413"/>
                </a:lnTo>
                <a:lnTo>
                  <a:pt x="512" y="1375"/>
                </a:lnTo>
                <a:lnTo>
                  <a:pt x="507" y="1338"/>
                </a:lnTo>
                <a:lnTo>
                  <a:pt x="504" y="1300"/>
                </a:lnTo>
                <a:lnTo>
                  <a:pt x="503" y="1260"/>
                </a:lnTo>
                <a:lnTo>
                  <a:pt x="504" y="1221"/>
                </a:lnTo>
                <a:lnTo>
                  <a:pt x="507" y="1183"/>
                </a:lnTo>
                <a:lnTo>
                  <a:pt x="512" y="1145"/>
                </a:lnTo>
                <a:lnTo>
                  <a:pt x="518" y="1108"/>
                </a:lnTo>
                <a:lnTo>
                  <a:pt x="527" y="1072"/>
                </a:lnTo>
                <a:lnTo>
                  <a:pt x="537" y="1035"/>
                </a:lnTo>
                <a:lnTo>
                  <a:pt x="549" y="1000"/>
                </a:lnTo>
                <a:lnTo>
                  <a:pt x="562" y="966"/>
                </a:lnTo>
                <a:lnTo>
                  <a:pt x="577" y="933"/>
                </a:lnTo>
                <a:lnTo>
                  <a:pt x="594" y="900"/>
                </a:lnTo>
                <a:lnTo>
                  <a:pt x="612" y="868"/>
                </a:lnTo>
                <a:lnTo>
                  <a:pt x="631" y="838"/>
                </a:lnTo>
                <a:lnTo>
                  <a:pt x="652" y="808"/>
                </a:lnTo>
                <a:lnTo>
                  <a:pt x="675" y="779"/>
                </a:lnTo>
                <a:lnTo>
                  <a:pt x="699" y="752"/>
                </a:lnTo>
                <a:lnTo>
                  <a:pt x="724" y="726"/>
                </a:lnTo>
                <a:lnTo>
                  <a:pt x="750" y="701"/>
                </a:lnTo>
                <a:lnTo>
                  <a:pt x="777" y="677"/>
                </a:lnTo>
                <a:lnTo>
                  <a:pt x="805" y="654"/>
                </a:lnTo>
                <a:lnTo>
                  <a:pt x="835" y="633"/>
                </a:lnTo>
                <a:lnTo>
                  <a:pt x="866" y="614"/>
                </a:lnTo>
                <a:lnTo>
                  <a:pt x="897" y="596"/>
                </a:lnTo>
                <a:lnTo>
                  <a:pt x="930" y="579"/>
                </a:lnTo>
                <a:lnTo>
                  <a:pt x="963" y="564"/>
                </a:lnTo>
                <a:lnTo>
                  <a:pt x="997" y="551"/>
                </a:lnTo>
                <a:lnTo>
                  <a:pt x="1033" y="538"/>
                </a:lnTo>
                <a:lnTo>
                  <a:pt x="1069" y="528"/>
                </a:lnTo>
                <a:lnTo>
                  <a:pt x="1105" y="519"/>
                </a:lnTo>
                <a:lnTo>
                  <a:pt x="1142" y="513"/>
                </a:lnTo>
                <a:lnTo>
                  <a:pt x="1180" y="508"/>
                </a:lnTo>
                <a:lnTo>
                  <a:pt x="1219" y="505"/>
                </a:lnTo>
                <a:lnTo>
                  <a:pt x="1257" y="504"/>
                </a:lnTo>
                <a:close/>
                <a:moveTo>
                  <a:pt x="1257" y="2521"/>
                </a:moveTo>
                <a:lnTo>
                  <a:pt x="1321" y="2519"/>
                </a:lnTo>
                <a:lnTo>
                  <a:pt x="1386" y="2515"/>
                </a:lnTo>
                <a:lnTo>
                  <a:pt x="1448" y="2507"/>
                </a:lnTo>
                <a:lnTo>
                  <a:pt x="1510" y="2495"/>
                </a:lnTo>
                <a:lnTo>
                  <a:pt x="1571" y="2481"/>
                </a:lnTo>
                <a:lnTo>
                  <a:pt x="1630" y="2464"/>
                </a:lnTo>
                <a:lnTo>
                  <a:pt x="1689" y="2444"/>
                </a:lnTo>
                <a:lnTo>
                  <a:pt x="1746" y="2422"/>
                </a:lnTo>
                <a:lnTo>
                  <a:pt x="1801" y="2396"/>
                </a:lnTo>
                <a:lnTo>
                  <a:pt x="1856" y="2368"/>
                </a:lnTo>
                <a:lnTo>
                  <a:pt x="1909" y="2338"/>
                </a:lnTo>
                <a:lnTo>
                  <a:pt x="1959" y="2305"/>
                </a:lnTo>
                <a:lnTo>
                  <a:pt x="2008" y="2270"/>
                </a:lnTo>
                <a:lnTo>
                  <a:pt x="2057" y="2232"/>
                </a:lnTo>
                <a:lnTo>
                  <a:pt x="2102" y="2193"/>
                </a:lnTo>
                <a:lnTo>
                  <a:pt x="2145" y="2151"/>
                </a:lnTo>
                <a:lnTo>
                  <a:pt x="2187" y="2107"/>
                </a:lnTo>
                <a:lnTo>
                  <a:pt x="2227" y="2062"/>
                </a:lnTo>
                <a:lnTo>
                  <a:pt x="2264" y="2013"/>
                </a:lnTo>
                <a:lnTo>
                  <a:pt x="2299" y="1964"/>
                </a:lnTo>
                <a:lnTo>
                  <a:pt x="2332" y="1914"/>
                </a:lnTo>
                <a:lnTo>
                  <a:pt x="2363" y="1860"/>
                </a:lnTo>
                <a:lnTo>
                  <a:pt x="2391" y="1806"/>
                </a:lnTo>
                <a:lnTo>
                  <a:pt x="2416" y="1750"/>
                </a:lnTo>
                <a:lnTo>
                  <a:pt x="2438" y="1693"/>
                </a:lnTo>
                <a:lnTo>
                  <a:pt x="2458" y="1634"/>
                </a:lnTo>
                <a:lnTo>
                  <a:pt x="2475" y="1575"/>
                </a:lnTo>
                <a:lnTo>
                  <a:pt x="2489" y="1514"/>
                </a:lnTo>
                <a:lnTo>
                  <a:pt x="2500" y="1452"/>
                </a:lnTo>
                <a:lnTo>
                  <a:pt x="2508" y="1389"/>
                </a:lnTo>
                <a:lnTo>
                  <a:pt x="2512" y="1325"/>
                </a:lnTo>
                <a:lnTo>
                  <a:pt x="2514" y="1260"/>
                </a:lnTo>
                <a:lnTo>
                  <a:pt x="2512" y="1196"/>
                </a:lnTo>
                <a:lnTo>
                  <a:pt x="2508" y="1131"/>
                </a:lnTo>
                <a:lnTo>
                  <a:pt x="2500" y="1069"/>
                </a:lnTo>
                <a:lnTo>
                  <a:pt x="2489" y="1006"/>
                </a:lnTo>
                <a:lnTo>
                  <a:pt x="2475" y="946"/>
                </a:lnTo>
                <a:lnTo>
                  <a:pt x="2458" y="886"/>
                </a:lnTo>
                <a:lnTo>
                  <a:pt x="2438" y="828"/>
                </a:lnTo>
                <a:lnTo>
                  <a:pt x="2416" y="770"/>
                </a:lnTo>
                <a:lnTo>
                  <a:pt x="2391" y="714"/>
                </a:lnTo>
                <a:lnTo>
                  <a:pt x="2363" y="659"/>
                </a:lnTo>
                <a:lnTo>
                  <a:pt x="2332" y="607"/>
                </a:lnTo>
                <a:lnTo>
                  <a:pt x="2299" y="556"/>
                </a:lnTo>
                <a:lnTo>
                  <a:pt x="2264" y="506"/>
                </a:lnTo>
                <a:lnTo>
                  <a:pt x="2227" y="459"/>
                </a:lnTo>
                <a:lnTo>
                  <a:pt x="2187" y="413"/>
                </a:lnTo>
                <a:lnTo>
                  <a:pt x="2145" y="369"/>
                </a:lnTo>
                <a:lnTo>
                  <a:pt x="2102" y="328"/>
                </a:lnTo>
                <a:lnTo>
                  <a:pt x="2057" y="288"/>
                </a:lnTo>
                <a:lnTo>
                  <a:pt x="2008" y="251"/>
                </a:lnTo>
                <a:lnTo>
                  <a:pt x="1959" y="216"/>
                </a:lnTo>
                <a:lnTo>
                  <a:pt x="1909" y="182"/>
                </a:lnTo>
                <a:lnTo>
                  <a:pt x="1856" y="152"/>
                </a:lnTo>
                <a:lnTo>
                  <a:pt x="1801" y="124"/>
                </a:lnTo>
                <a:lnTo>
                  <a:pt x="1746" y="99"/>
                </a:lnTo>
                <a:lnTo>
                  <a:pt x="1689" y="77"/>
                </a:lnTo>
                <a:lnTo>
                  <a:pt x="1630" y="56"/>
                </a:lnTo>
                <a:lnTo>
                  <a:pt x="1571" y="39"/>
                </a:lnTo>
                <a:lnTo>
                  <a:pt x="1510" y="25"/>
                </a:lnTo>
                <a:lnTo>
                  <a:pt x="1448" y="14"/>
                </a:lnTo>
                <a:lnTo>
                  <a:pt x="1386" y="6"/>
                </a:lnTo>
                <a:lnTo>
                  <a:pt x="1321" y="2"/>
                </a:lnTo>
                <a:lnTo>
                  <a:pt x="1257" y="0"/>
                </a:lnTo>
                <a:lnTo>
                  <a:pt x="1193" y="2"/>
                </a:lnTo>
                <a:lnTo>
                  <a:pt x="1129" y="6"/>
                </a:lnTo>
                <a:lnTo>
                  <a:pt x="1066" y="14"/>
                </a:lnTo>
                <a:lnTo>
                  <a:pt x="1004" y="25"/>
                </a:lnTo>
                <a:lnTo>
                  <a:pt x="943" y="39"/>
                </a:lnTo>
                <a:lnTo>
                  <a:pt x="884" y="56"/>
                </a:lnTo>
                <a:lnTo>
                  <a:pt x="825" y="77"/>
                </a:lnTo>
                <a:lnTo>
                  <a:pt x="768" y="99"/>
                </a:lnTo>
                <a:lnTo>
                  <a:pt x="713" y="124"/>
                </a:lnTo>
                <a:lnTo>
                  <a:pt x="658" y="152"/>
                </a:lnTo>
                <a:lnTo>
                  <a:pt x="606" y="182"/>
                </a:lnTo>
                <a:lnTo>
                  <a:pt x="555" y="216"/>
                </a:lnTo>
                <a:lnTo>
                  <a:pt x="506" y="251"/>
                </a:lnTo>
                <a:lnTo>
                  <a:pt x="458" y="288"/>
                </a:lnTo>
                <a:lnTo>
                  <a:pt x="412" y="328"/>
                </a:lnTo>
                <a:lnTo>
                  <a:pt x="369" y="369"/>
                </a:lnTo>
                <a:lnTo>
                  <a:pt x="326" y="413"/>
                </a:lnTo>
                <a:lnTo>
                  <a:pt x="287" y="459"/>
                </a:lnTo>
                <a:lnTo>
                  <a:pt x="250" y="506"/>
                </a:lnTo>
                <a:lnTo>
                  <a:pt x="215" y="556"/>
                </a:lnTo>
                <a:lnTo>
                  <a:pt x="182" y="607"/>
                </a:lnTo>
                <a:lnTo>
                  <a:pt x="151" y="659"/>
                </a:lnTo>
                <a:lnTo>
                  <a:pt x="124" y="714"/>
                </a:lnTo>
                <a:lnTo>
                  <a:pt x="99" y="770"/>
                </a:lnTo>
                <a:lnTo>
                  <a:pt x="76" y="828"/>
                </a:lnTo>
                <a:lnTo>
                  <a:pt x="57" y="886"/>
                </a:lnTo>
                <a:lnTo>
                  <a:pt x="40" y="946"/>
                </a:lnTo>
                <a:lnTo>
                  <a:pt x="26" y="1006"/>
                </a:lnTo>
                <a:lnTo>
                  <a:pt x="15" y="1069"/>
                </a:lnTo>
                <a:lnTo>
                  <a:pt x="7" y="1131"/>
                </a:lnTo>
                <a:lnTo>
                  <a:pt x="2" y="1196"/>
                </a:lnTo>
                <a:lnTo>
                  <a:pt x="0" y="1260"/>
                </a:lnTo>
                <a:lnTo>
                  <a:pt x="2" y="1325"/>
                </a:lnTo>
                <a:lnTo>
                  <a:pt x="7" y="1389"/>
                </a:lnTo>
                <a:lnTo>
                  <a:pt x="15" y="1452"/>
                </a:lnTo>
                <a:lnTo>
                  <a:pt x="26" y="1514"/>
                </a:lnTo>
                <a:lnTo>
                  <a:pt x="40" y="1575"/>
                </a:lnTo>
                <a:lnTo>
                  <a:pt x="57" y="1634"/>
                </a:lnTo>
                <a:lnTo>
                  <a:pt x="76" y="1693"/>
                </a:lnTo>
                <a:lnTo>
                  <a:pt x="99" y="1750"/>
                </a:lnTo>
                <a:lnTo>
                  <a:pt x="124" y="1806"/>
                </a:lnTo>
                <a:lnTo>
                  <a:pt x="151" y="1860"/>
                </a:lnTo>
                <a:lnTo>
                  <a:pt x="182" y="1914"/>
                </a:lnTo>
                <a:lnTo>
                  <a:pt x="215" y="1964"/>
                </a:lnTo>
                <a:lnTo>
                  <a:pt x="250" y="2013"/>
                </a:lnTo>
                <a:lnTo>
                  <a:pt x="287" y="2062"/>
                </a:lnTo>
                <a:lnTo>
                  <a:pt x="326" y="2107"/>
                </a:lnTo>
                <a:lnTo>
                  <a:pt x="369" y="2151"/>
                </a:lnTo>
                <a:lnTo>
                  <a:pt x="412" y="2193"/>
                </a:lnTo>
                <a:lnTo>
                  <a:pt x="458" y="2232"/>
                </a:lnTo>
                <a:lnTo>
                  <a:pt x="506" y="2270"/>
                </a:lnTo>
                <a:lnTo>
                  <a:pt x="555" y="2305"/>
                </a:lnTo>
                <a:lnTo>
                  <a:pt x="606" y="2338"/>
                </a:lnTo>
                <a:lnTo>
                  <a:pt x="658" y="2368"/>
                </a:lnTo>
                <a:lnTo>
                  <a:pt x="713" y="2396"/>
                </a:lnTo>
                <a:lnTo>
                  <a:pt x="768" y="2422"/>
                </a:lnTo>
                <a:lnTo>
                  <a:pt x="825" y="2444"/>
                </a:lnTo>
                <a:lnTo>
                  <a:pt x="884" y="2464"/>
                </a:lnTo>
                <a:lnTo>
                  <a:pt x="943" y="2481"/>
                </a:lnTo>
                <a:lnTo>
                  <a:pt x="1004" y="2495"/>
                </a:lnTo>
                <a:lnTo>
                  <a:pt x="1066" y="2507"/>
                </a:lnTo>
                <a:lnTo>
                  <a:pt x="1129" y="2515"/>
                </a:lnTo>
                <a:lnTo>
                  <a:pt x="1193" y="2519"/>
                </a:lnTo>
                <a:lnTo>
                  <a:pt x="1257" y="2521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230"/>
          <p:cNvSpPr>
            <a:spLocks noEditPoints="1"/>
          </p:cNvSpPr>
          <p:nvPr/>
        </p:nvSpPr>
        <p:spPr bwMode="auto">
          <a:xfrm>
            <a:off x="7973060" y="1929765"/>
            <a:ext cx="85090" cy="85090"/>
          </a:xfrm>
          <a:custGeom>
            <a:avLst/>
            <a:gdLst>
              <a:gd name="T0" fmla="*/ 1106 w 2515"/>
              <a:gd name="T1" fmla="*/ 2001 h 2521"/>
              <a:gd name="T2" fmla="*/ 931 w 2515"/>
              <a:gd name="T3" fmla="*/ 1942 h 2521"/>
              <a:gd name="T4" fmla="*/ 778 w 2515"/>
              <a:gd name="T5" fmla="*/ 1844 h 2521"/>
              <a:gd name="T6" fmla="*/ 653 w 2515"/>
              <a:gd name="T7" fmla="*/ 1713 h 2521"/>
              <a:gd name="T8" fmla="*/ 562 w 2515"/>
              <a:gd name="T9" fmla="*/ 1555 h 2521"/>
              <a:gd name="T10" fmla="*/ 512 w 2515"/>
              <a:gd name="T11" fmla="*/ 1375 h 2521"/>
              <a:gd name="T12" fmla="*/ 507 w 2515"/>
              <a:gd name="T13" fmla="*/ 1183 h 2521"/>
              <a:gd name="T14" fmla="*/ 548 w 2515"/>
              <a:gd name="T15" fmla="*/ 1000 h 2521"/>
              <a:gd name="T16" fmla="*/ 632 w 2515"/>
              <a:gd name="T17" fmla="*/ 838 h 2521"/>
              <a:gd name="T18" fmla="*/ 751 w 2515"/>
              <a:gd name="T19" fmla="*/ 701 h 2521"/>
              <a:gd name="T20" fmla="*/ 897 w 2515"/>
              <a:gd name="T21" fmla="*/ 596 h 2521"/>
              <a:gd name="T22" fmla="*/ 1068 w 2515"/>
              <a:gd name="T23" fmla="*/ 528 h 2521"/>
              <a:gd name="T24" fmla="*/ 1258 w 2515"/>
              <a:gd name="T25" fmla="*/ 504 h 2521"/>
              <a:gd name="T26" fmla="*/ 1447 w 2515"/>
              <a:gd name="T27" fmla="*/ 528 h 2521"/>
              <a:gd name="T28" fmla="*/ 1618 w 2515"/>
              <a:gd name="T29" fmla="*/ 596 h 2521"/>
              <a:gd name="T30" fmla="*/ 1765 w 2515"/>
              <a:gd name="T31" fmla="*/ 701 h 2521"/>
              <a:gd name="T32" fmla="*/ 1883 w 2515"/>
              <a:gd name="T33" fmla="*/ 838 h 2521"/>
              <a:gd name="T34" fmla="*/ 1967 w 2515"/>
              <a:gd name="T35" fmla="*/ 1000 h 2521"/>
              <a:gd name="T36" fmla="*/ 2008 w 2515"/>
              <a:gd name="T37" fmla="*/ 1183 h 2521"/>
              <a:gd name="T38" fmla="*/ 2003 w 2515"/>
              <a:gd name="T39" fmla="*/ 1375 h 2521"/>
              <a:gd name="T40" fmla="*/ 1953 w 2515"/>
              <a:gd name="T41" fmla="*/ 1555 h 2521"/>
              <a:gd name="T42" fmla="*/ 1862 w 2515"/>
              <a:gd name="T43" fmla="*/ 1713 h 2521"/>
              <a:gd name="T44" fmla="*/ 1737 w 2515"/>
              <a:gd name="T45" fmla="*/ 1844 h 2521"/>
              <a:gd name="T46" fmla="*/ 1585 w 2515"/>
              <a:gd name="T47" fmla="*/ 1942 h 2521"/>
              <a:gd name="T48" fmla="*/ 1409 w 2515"/>
              <a:gd name="T49" fmla="*/ 2001 h 2521"/>
              <a:gd name="T50" fmla="*/ 1258 w 2515"/>
              <a:gd name="T51" fmla="*/ 0 h 2521"/>
              <a:gd name="T52" fmla="*/ 944 w 2515"/>
              <a:gd name="T53" fmla="*/ 39 h 2521"/>
              <a:gd name="T54" fmla="*/ 659 w 2515"/>
              <a:gd name="T55" fmla="*/ 152 h 2521"/>
              <a:gd name="T56" fmla="*/ 413 w 2515"/>
              <a:gd name="T57" fmla="*/ 328 h 2521"/>
              <a:gd name="T58" fmla="*/ 215 w 2515"/>
              <a:gd name="T59" fmla="*/ 556 h 2521"/>
              <a:gd name="T60" fmla="*/ 77 w 2515"/>
              <a:gd name="T61" fmla="*/ 827 h 2521"/>
              <a:gd name="T62" fmla="*/ 7 w 2515"/>
              <a:gd name="T63" fmla="*/ 1131 h 2521"/>
              <a:gd name="T64" fmla="*/ 14 w 2515"/>
              <a:gd name="T65" fmla="*/ 1452 h 2521"/>
              <a:gd name="T66" fmla="*/ 99 w 2515"/>
              <a:gd name="T67" fmla="*/ 1750 h 2521"/>
              <a:gd name="T68" fmla="*/ 251 w 2515"/>
              <a:gd name="T69" fmla="*/ 2014 h 2521"/>
              <a:gd name="T70" fmla="*/ 458 w 2515"/>
              <a:gd name="T71" fmla="*/ 2232 h 2521"/>
              <a:gd name="T72" fmla="*/ 713 w 2515"/>
              <a:gd name="T73" fmla="*/ 2397 h 2521"/>
              <a:gd name="T74" fmla="*/ 1004 w 2515"/>
              <a:gd name="T75" fmla="*/ 2495 h 2521"/>
              <a:gd name="T76" fmla="*/ 1322 w 2515"/>
              <a:gd name="T77" fmla="*/ 2519 h 2521"/>
              <a:gd name="T78" fmla="*/ 1631 w 2515"/>
              <a:gd name="T79" fmla="*/ 2464 h 2521"/>
              <a:gd name="T80" fmla="*/ 1908 w 2515"/>
              <a:gd name="T81" fmla="*/ 2338 h 2521"/>
              <a:gd name="T82" fmla="*/ 2146 w 2515"/>
              <a:gd name="T83" fmla="*/ 2152 h 2521"/>
              <a:gd name="T84" fmla="*/ 2333 w 2515"/>
              <a:gd name="T85" fmla="*/ 1914 h 2521"/>
              <a:gd name="T86" fmla="*/ 2459 w 2515"/>
              <a:gd name="T87" fmla="*/ 1634 h 2521"/>
              <a:gd name="T88" fmla="*/ 2513 w 2515"/>
              <a:gd name="T89" fmla="*/ 1325 h 2521"/>
              <a:gd name="T90" fmla="*/ 2490 w 2515"/>
              <a:gd name="T91" fmla="*/ 1006 h 2521"/>
              <a:gd name="T92" fmla="*/ 2390 w 2515"/>
              <a:gd name="T93" fmla="*/ 714 h 2521"/>
              <a:gd name="T94" fmla="*/ 2227 w 2515"/>
              <a:gd name="T95" fmla="*/ 459 h 2521"/>
              <a:gd name="T96" fmla="*/ 2009 w 2515"/>
              <a:gd name="T97" fmla="*/ 251 h 2521"/>
              <a:gd name="T98" fmla="*/ 1746 w 2515"/>
              <a:gd name="T99" fmla="*/ 99 h 2521"/>
              <a:gd name="T100" fmla="*/ 1449 w 2515"/>
              <a:gd name="T101" fmla="*/ 14 h 25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515" h="2521">
                <a:moveTo>
                  <a:pt x="1258" y="2017"/>
                </a:moveTo>
                <a:lnTo>
                  <a:pt x="1218" y="2015"/>
                </a:lnTo>
                <a:lnTo>
                  <a:pt x="1180" y="2012"/>
                </a:lnTo>
                <a:lnTo>
                  <a:pt x="1143" y="2007"/>
                </a:lnTo>
                <a:lnTo>
                  <a:pt x="1106" y="2001"/>
                </a:lnTo>
                <a:lnTo>
                  <a:pt x="1068" y="1992"/>
                </a:lnTo>
                <a:lnTo>
                  <a:pt x="1033" y="1982"/>
                </a:lnTo>
                <a:lnTo>
                  <a:pt x="998" y="1970"/>
                </a:lnTo>
                <a:lnTo>
                  <a:pt x="964" y="1957"/>
                </a:lnTo>
                <a:lnTo>
                  <a:pt x="931" y="1942"/>
                </a:lnTo>
                <a:lnTo>
                  <a:pt x="897" y="1925"/>
                </a:lnTo>
                <a:lnTo>
                  <a:pt x="866" y="1907"/>
                </a:lnTo>
                <a:lnTo>
                  <a:pt x="836" y="1887"/>
                </a:lnTo>
                <a:lnTo>
                  <a:pt x="806" y="1866"/>
                </a:lnTo>
                <a:lnTo>
                  <a:pt x="778" y="1844"/>
                </a:lnTo>
                <a:lnTo>
                  <a:pt x="751" y="1820"/>
                </a:lnTo>
                <a:lnTo>
                  <a:pt x="723" y="1795"/>
                </a:lnTo>
                <a:lnTo>
                  <a:pt x="699" y="1768"/>
                </a:lnTo>
                <a:lnTo>
                  <a:pt x="675" y="1741"/>
                </a:lnTo>
                <a:lnTo>
                  <a:pt x="653" y="1713"/>
                </a:lnTo>
                <a:lnTo>
                  <a:pt x="632" y="1683"/>
                </a:lnTo>
                <a:lnTo>
                  <a:pt x="612" y="1653"/>
                </a:lnTo>
                <a:lnTo>
                  <a:pt x="594" y="1620"/>
                </a:lnTo>
                <a:lnTo>
                  <a:pt x="578" y="1588"/>
                </a:lnTo>
                <a:lnTo>
                  <a:pt x="562" y="1555"/>
                </a:lnTo>
                <a:lnTo>
                  <a:pt x="548" y="1520"/>
                </a:lnTo>
                <a:lnTo>
                  <a:pt x="537" y="1485"/>
                </a:lnTo>
                <a:lnTo>
                  <a:pt x="527" y="1449"/>
                </a:lnTo>
                <a:lnTo>
                  <a:pt x="518" y="1413"/>
                </a:lnTo>
                <a:lnTo>
                  <a:pt x="512" y="1375"/>
                </a:lnTo>
                <a:lnTo>
                  <a:pt x="507" y="1338"/>
                </a:lnTo>
                <a:lnTo>
                  <a:pt x="504" y="1299"/>
                </a:lnTo>
                <a:lnTo>
                  <a:pt x="503" y="1260"/>
                </a:lnTo>
                <a:lnTo>
                  <a:pt x="504" y="1221"/>
                </a:lnTo>
                <a:lnTo>
                  <a:pt x="507" y="1183"/>
                </a:lnTo>
                <a:lnTo>
                  <a:pt x="512" y="1145"/>
                </a:lnTo>
                <a:lnTo>
                  <a:pt x="518" y="1108"/>
                </a:lnTo>
                <a:lnTo>
                  <a:pt x="527" y="1072"/>
                </a:lnTo>
                <a:lnTo>
                  <a:pt x="537" y="1035"/>
                </a:lnTo>
                <a:lnTo>
                  <a:pt x="548" y="1000"/>
                </a:lnTo>
                <a:lnTo>
                  <a:pt x="562" y="966"/>
                </a:lnTo>
                <a:lnTo>
                  <a:pt x="578" y="933"/>
                </a:lnTo>
                <a:lnTo>
                  <a:pt x="594" y="900"/>
                </a:lnTo>
                <a:lnTo>
                  <a:pt x="612" y="868"/>
                </a:lnTo>
                <a:lnTo>
                  <a:pt x="632" y="838"/>
                </a:lnTo>
                <a:lnTo>
                  <a:pt x="653" y="808"/>
                </a:lnTo>
                <a:lnTo>
                  <a:pt x="675" y="779"/>
                </a:lnTo>
                <a:lnTo>
                  <a:pt x="699" y="752"/>
                </a:lnTo>
                <a:lnTo>
                  <a:pt x="723" y="726"/>
                </a:lnTo>
                <a:lnTo>
                  <a:pt x="751" y="701"/>
                </a:lnTo>
                <a:lnTo>
                  <a:pt x="778" y="677"/>
                </a:lnTo>
                <a:lnTo>
                  <a:pt x="806" y="654"/>
                </a:lnTo>
                <a:lnTo>
                  <a:pt x="836" y="633"/>
                </a:lnTo>
                <a:lnTo>
                  <a:pt x="866" y="614"/>
                </a:lnTo>
                <a:lnTo>
                  <a:pt x="897" y="596"/>
                </a:lnTo>
                <a:lnTo>
                  <a:pt x="931" y="579"/>
                </a:lnTo>
                <a:lnTo>
                  <a:pt x="964" y="564"/>
                </a:lnTo>
                <a:lnTo>
                  <a:pt x="998" y="549"/>
                </a:lnTo>
                <a:lnTo>
                  <a:pt x="1033" y="538"/>
                </a:lnTo>
                <a:lnTo>
                  <a:pt x="1068" y="528"/>
                </a:lnTo>
                <a:lnTo>
                  <a:pt x="1106" y="519"/>
                </a:lnTo>
                <a:lnTo>
                  <a:pt x="1143" y="513"/>
                </a:lnTo>
                <a:lnTo>
                  <a:pt x="1180" y="508"/>
                </a:lnTo>
                <a:lnTo>
                  <a:pt x="1218" y="505"/>
                </a:lnTo>
                <a:lnTo>
                  <a:pt x="1258" y="504"/>
                </a:lnTo>
                <a:lnTo>
                  <a:pt x="1297" y="505"/>
                </a:lnTo>
                <a:lnTo>
                  <a:pt x="1335" y="508"/>
                </a:lnTo>
                <a:lnTo>
                  <a:pt x="1372" y="513"/>
                </a:lnTo>
                <a:lnTo>
                  <a:pt x="1409" y="519"/>
                </a:lnTo>
                <a:lnTo>
                  <a:pt x="1447" y="528"/>
                </a:lnTo>
                <a:lnTo>
                  <a:pt x="1482" y="538"/>
                </a:lnTo>
                <a:lnTo>
                  <a:pt x="1517" y="549"/>
                </a:lnTo>
                <a:lnTo>
                  <a:pt x="1551" y="564"/>
                </a:lnTo>
                <a:lnTo>
                  <a:pt x="1585" y="579"/>
                </a:lnTo>
                <a:lnTo>
                  <a:pt x="1618" y="596"/>
                </a:lnTo>
                <a:lnTo>
                  <a:pt x="1649" y="614"/>
                </a:lnTo>
                <a:lnTo>
                  <a:pt x="1679" y="633"/>
                </a:lnTo>
                <a:lnTo>
                  <a:pt x="1709" y="654"/>
                </a:lnTo>
                <a:lnTo>
                  <a:pt x="1737" y="677"/>
                </a:lnTo>
                <a:lnTo>
                  <a:pt x="1765" y="701"/>
                </a:lnTo>
                <a:lnTo>
                  <a:pt x="1791" y="726"/>
                </a:lnTo>
                <a:lnTo>
                  <a:pt x="1816" y="752"/>
                </a:lnTo>
                <a:lnTo>
                  <a:pt x="1840" y="779"/>
                </a:lnTo>
                <a:lnTo>
                  <a:pt x="1862" y="808"/>
                </a:lnTo>
                <a:lnTo>
                  <a:pt x="1883" y="838"/>
                </a:lnTo>
                <a:lnTo>
                  <a:pt x="1902" y="868"/>
                </a:lnTo>
                <a:lnTo>
                  <a:pt x="1920" y="900"/>
                </a:lnTo>
                <a:lnTo>
                  <a:pt x="1938" y="933"/>
                </a:lnTo>
                <a:lnTo>
                  <a:pt x="1953" y="966"/>
                </a:lnTo>
                <a:lnTo>
                  <a:pt x="1967" y="1000"/>
                </a:lnTo>
                <a:lnTo>
                  <a:pt x="1978" y="1035"/>
                </a:lnTo>
                <a:lnTo>
                  <a:pt x="1988" y="1072"/>
                </a:lnTo>
                <a:lnTo>
                  <a:pt x="1997" y="1108"/>
                </a:lnTo>
                <a:lnTo>
                  <a:pt x="2003" y="1145"/>
                </a:lnTo>
                <a:lnTo>
                  <a:pt x="2008" y="1183"/>
                </a:lnTo>
                <a:lnTo>
                  <a:pt x="2011" y="1221"/>
                </a:lnTo>
                <a:lnTo>
                  <a:pt x="2012" y="1260"/>
                </a:lnTo>
                <a:lnTo>
                  <a:pt x="2011" y="1299"/>
                </a:lnTo>
                <a:lnTo>
                  <a:pt x="2008" y="1338"/>
                </a:lnTo>
                <a:lnTo>
                  <a:pt x="2003" y="1375"/>
                </a:lnTo>
                <a:lnTo>
                  <a:pt x="1997" y="1413"/>
                </a:lnTo>
                <a:lnTo>
                  <a:pt x="1988" y="1449"/>
                </a:lnTo>
                <a:lnTo>
                  <a:pt x="1978" y="1485"/>
                </a:lnTo>
                <a:lnTo>
                  <a:pt x="1967" y="1520"/>
                </a:lnTo>
                <a:lnTo>
                  <a:pt x="1953" y="1555"/>
                </a:lnTo>
                <a:lnTo>
                  <a:pt x="1938" y="1588"/>
                </a:lnTo>
                <a:lnTo>
                  <a:pt x="1920" y="1620"/>
                </a:lnTo>
                <a:lnTo>
                  <a:pt x="1902" y="1653"/>
                </a:lnTo>
                <a:lnTo>
                  <a:pt x="1883" y="1683"/>
                </a:lnTo>
                <a:lnTo>
                  <a:pt x="1862" y="1713"/>
                </a:lnTo>
                <a:lnTo>
                  <a:pt x="1840" y="1741"/>
                </a:lnTo>
                <a:lnTo>
                  <a:pt x="1816" y="1768"/>
                </a:lnTo>
                <a:lnTo>
                  <a:pt x="1791" y="1795"/>
                </a:lnTo>
                <a:lnTo>
                  <a:pt x="1765" y="1820"/>
                </a:lnTo>
                <a:lnTo>
                  <a:pt x="1737" y="1844"/>
                </a:lnTo>
                <a:lnTo>
                  <a:pt x="1709" y="1866"/>
                </a:lnTo>
                <a:lnTo>
                  <a:pt x="1679" y="1887"/>
                </a:lnTo>
                <a:lnTo>
                  <a:pt x="1649" y="1907"/>
                </a:lnTo>
                <a:lnTo>
                  <a:pt x="1618" y="1925"/>
                </a:lnTo>
                <a:lnTo>
                  <a:pt x="1585" y="1942"/>
                </a:lnTo>
                <a:lnTo>
                  <a:pt x="1551" y="1957"/>
                </a:lnTo>
                <a:lnTo>
                  <a:pt x="1517" y="1970"/>
                </a:lnTo>
                <a:lnTo>
                  <a:pt x="1482" y="1982"/>
                </a:lnTo>
                <a:lnTo>
                  <a:pt x="1447" y="1992"/>
                </a:lnTo>
                <a:lnTo>
                  <a:pt x="1409" y="2001"/>
                </a:lnTo>
                <a:lnTo>
                  <a:pt x="1372" y="2007"/>
                </a:lnTo>
                <a:lnTo>
                  <a:pt x="1335" y="2012"/>
                </a:lnTo>
                <a:lnTo>
                  <a:pt x="1297" y="2015"/>
                </a:lnTo>
                <a:lnTo>
                  <a:pt x="1258" y="2017"/>
                </a:lnTo>
                <a:close/>
                <a:moveTo>
                  <a:pt x="1258" y="0"/>
                </a:moveTo>
                <a:lnTo>
                  <a:pt x="1193" y="2"/>
                </a:lnTo>
                <a:lnTo>
                  <a:pt x="1129" y="6"/>
                </a:lnTo>
                <a:lnTo>
                  <a:pt x="1066" y="14"/>
                </a:lnTo>
                <a:lnTo>
                  <a:pt x="1004" y="25"/>
                </a:lnTo>
                <a:lnTo>
                  <a:pt x="944" y="39"/>
                </a:lnTo>
                <a:lnTo>
                  <a:pt x="884" y="56"/>
                </a:lnTo>
                <a:lnTo>
                  <a:pt x="826" y="77"/>
                </a:lnTo>
                <a:lnTo>
                  <a:pt x="769" y="99"/>
                </a:lnTo>
                <a:lnTo>
                  <a:pt x="713" y="124"/>
                </a:lnTo>
                <a:lnTo>
                  <a:pt x="659" y="152"/>
                </a:lnTo>
                <a:lnTo>
                  <a:pt x="606" y="182"/>
                </a:lnTo>
                <a:lnTo>
                  <a:pt x="555" y="216"/>
                </a:lnTo>
                <a:lnTo>
                  <a:pt x="506" y="251"/>
                </a:lnTo>
                <a:lnTo>
                  <a:pt x="458" y="288"/>
                </a:lnTo>
                <a:lnTo>
                  <a:pt x="413" y="328"/>
                </a:lnTo>
                <a:lnTo>
                  <a:pt x="369" y="369"/>
                </a:lnTo>
                <a:lnTo>
                  <a:pt x="327" y="413"/>
                </a:lnTo>
                <a:lnTo>
                  <a:pt x="288" y="459"/>
                </a:lnTo>
                <a:lnTo>
                  <a:pt x="251" y="506"/>
                </a:lnTo>
                <a:lnTo>
                  <a:pt x="215" y="556"/>
                </a:lnTo>
                <a:lnTo>
                  <a:pt x="182" y="607"/>
                </a:lnTo>
                <a:lnTo>
                  <a:pt x="152" y="659"/>
                </a:lnTo>
                <a:lnTo>
                  <a:pt x="124" y="714"/>
                </a:lnTo>
                <a:lnTo>
                  <a:pt x="99" y="770"/>
                </a:lnTo>
                <a:lnTo>
                  <a:pt x="77" y="827"/>
                </a:lnTo>
                <a:lnTo>
                  <a:pt x="56" y="886"/>
                </a:lnTo>
                <a:lnTo>
                  <a:pt x="39" y="946"/>
                </a:lnTo>
                <a:lnTo>
                  <a:pt x="25" y="1006"/>
                </a:lnTo>
                <a:lnTo>
                  <a:pt x="14" y="1069"/>
                </a:lnTo>
                <a:lnTo>
                  <a:pt x="7" y="1131"/>
                </a:lnTo>
                <a:lnTo>
                  <a:pt x="2" y="1196"/>
                </a:lnTo>
                <a:lnTo>
                  <a:pt x="0" y="1260"/>
                </a:lnTo>
                <a:lnTo>
                  <a:pt x="2" y="1325"/>
                </a:lnTo>
                <a:lnTo>
                  <a:pt x="7" y="1389"/>
                </a:lnTo>
                <a:lnTo>
                  <a:pt x="14" y="1452"/>
                </a:lnTo>
                <a:lnTo>
                  <a:pt x="25" y="1514"/>
                </a:lnTo>
                <a:lnTo>
                  <a:pt x="39" y="1575"/>
                </a:lnTo>
                <a:lnTo>
                  <a:pt x="56" y="1634"/>
                </a:lnTo>
                <a:lnTo>
                  <a:pt x="77" y="1693"/>
                </a:lnTo>
                <a:lnTo>
                  <a:pt x="99" y="1750"/>
                </a:lnTo>
                <a:lnTo>
                  <a:pt x="124" y="1806"/>
                </a:lnTo>
                <a:lnTo>
                  <a:pt x="152" y="1860"/>
                </a:lnTo>
                <a:lnTo>
                  <a:pt x="182" y="1914"/>
                </a:lnTo>
                <a:lnTo>
                  <a:pt x="215" y="1964"/>
                </a:lnTo>
                <a:lnTo>
                  <a:pt x="251" y="2014"/>
                </a:lnTo>
                <a:lnTo>
                  <a:pt x="288" y="2062"/>
                </a:lnTo>
                <a:lnTo>
                  <a:pt x="327" y="2107"/>
                </a:lnTo>
                <a:lnTo>
                  <a:pt x="369" y="2152"/>
                </a:lnTo>
                <a:lnTo>
                  <a:pt x="413" y="2193"/>
                </a:lnTo>
                <a:lnTo>
                  <a:pt x="458" y="2232"/>
                </a:lnTo>
                <a:lnTo>
                  <a:pt x="506" y="2270"/>
                </a:lnTo>
                <a:lnTo>
                  <a:pt x="555" y="2305"/>
                </a:lnTo>
                <a:lnTo>
                  <a:pt x="606" y="2338"/>
                </a:lnTo>
                <a:lnTo>
                  <a:pt x="659" y="2368"/>
                </a:lnTo>
                <a:lnTo>
                  <a:pt x="713" y="2397"/>
                </a:lnTo>
                <a:lnTo>
                  <a:pt x="769" y="2422"/>
                </a:lnTo>
                <a:lnTo>
                  <a:pt x="826" y="2444"/>
                </a:lnTo>
                <a:lnTo>
                  <a:pt x="884" y="2464"/>
                </a:lnTo>
                <a:lnTo>
                  <a:pt x="944" y="2481"/>
                </a:lnTo>
                <a:lnTo>
                  <a:pt x="1004" y="2495"/>
                </a:lnTo>
                <a:lnTo>
                  <a:pt x="1066" y="2507"/>
                </a:lnTo>
                <a:lnTo>
                  <a:pt x="1129" y="2515"/>
                </a:lnTo>
                <a:lnTo>
                  <a:pt x="1193" y="2519"/>
                </a:lnTo>
                <a:lnTo>
                  <a:pt x="1258" y="2521"/>
                </a:lnTo>
                <a:lnTo>
                  <a:pt x="1322" y="2519"/>
                </a:lnTo>
                <a:lnTo>
                  <a:pt x="1385" y="2515"/>
                </a:lnTo>
                <a:lnTo>
                  <a:pt x="1449" y="2507"/>
                </a:lnTo>
                <a:lnTo>
                  <a:pt x="1510" y="2495"/>
                </a:lnTo>
                <a:lnTo>
                  <a:pt x="1571" y="2481"/>
                </a:lnTo>
                <a:lnTo>
                  <a:pt x="1631" y="2464"/>
                </a:lnTo>
                <a:lnTo>
                  <a:pt x="1689" y="2444"/>
                </a:lnTo>
                <a:lnTo>
                  <a:pt x="1746" y="2422"/>
                </a:lnTo>
                <a:lnTo>
                  <a:pt x="1802" y="2397"/>
                </a:lnTo>
                <a:lnTo>
                  <a:pt x="1856" y="2368"/>
                </a:lnTo>
                <a:lnTo>
                  <a:pt x="1908" y="2338"/>
                </a:lnTo>
                <a:lnTo>
                  <a:pt x="1960" y="2305"/>
                </a:lnTo>
                <a:lnTo>
                  <a:pt x="2009" y="2270"/>
                </a:lnTo>
                <a:lnTo>
                  <a:pt x="2056" y="2232"/>
                </a:lnTo>
                <a:lnTo>
                  <a:pt x="2103" y="2193"/>
                </a:lnTo>
                <a:lnTo>
                  <a:pt x="2146" y="2152"/>
                </a:lnTo>
                <a:lnTo>
                  <a:pt x="2188" y="2107"/>
                </a:lnTo>
                <a:lnTo>
                  <a:pt x="2227" y="2062"/>
                </a:lnTo>
                <a:lnTo>
                  <a:pt x="2265" y="2014"/>
                </a:lnTo>
                <a:lnTo>
                  <a:pt x="2300" y="1964"/>
                </a:lnTo>
                <a:lnTo>
                  <a:pt x="2333" y="1914"/>
                </a:lnTo>
                <a:lnTo>
                  <a:pt x="2363" y="1860"/>
                </a:lnTo>
                <a:lnTo>
                  <a:pt x="2390" y="1806"/>
                </a:lnTo>
                <a:lnTo>
                  <a:pt x="2416" y="1750"/>
                </a:lnTo>
                <a:lnTo>
                  <a:pt x="2439" y="1693"/>
                </a:lnTo>
                <a:lnTo>
                  <a:pt x="2459" y="1634"/>
                </a:lnTo>
                <a:lnTo>
                  <a:pt x="2476" y="1575"/>
                </a:lnTo>
                <a:lnTo>
                  <a:pt x="2490" y="1514"/>
                </a:lnTo>
                <a:lnTo>
                  <a:pt x="2501" y="1452"/>
                </a:lnTo>
                <a:lnTo>
                  <a:pt x="2508" y="1389"/>
                </a:lnTo>
                <a:lnTo>
                  <a:pt x="2513" y="1325"/>
                </a:lnTo>
                <a:lnTo>
                  <a:pt x="2515" y="1260"/>
                </a:lnTo>
                <a:lnTo>
                  <a:pt x="2513" y="1196"/>
                </a:lnTo>
                <a:lnTo>
                  <a:pt x="2508" y="1131"/>
                </a:lnTo>
                <a:lnTo>
                  <a:pt x="2501" y="1069"/>
                </a:lnTo>
                <a:lnTo>
                  <a:pt x="2490" y="1006"/>
                </a:lnTo>
                <a:lnTo>
                  <a:pt x="2476" y="946"/>
                </a:lnTo>
                <a:lnTo>
                  <a:pt x="2459" y="886"/>
                </a:lnTo>
                <a:lnTo>
                  <a:pt x="2439" y="827"/>
                </a:lnTo>
                <a:lnTo>
                  <a:pt x="2416" y="770"/>
                </a:lnTo>
                <a:lnTo>
                  <a:pt x="2390" y="714"/>
                </a:lnTo>
                <a:lnTo>
                  <a:pt x="2363" y="659"/>
                </a:lnTo>
                <a:lnTo>
                  <a:pt x="2333" y="607"/>
                </a:lnTo>
                <a:lnTo>
                  <a:pt x="2300" y="556"/>
                </a:lnTo>
                <a:lnTo>
                  <a:pt x="2265" y="506"/>
                </a:lnTo>
                <a:lnTo>
                  <a:pt x="2227" y="459"/>
                </a:lnTo>
                <a:lnTo>
                  <a:pt x="2188" y="413"/>
                </a:lnTo>
                <a:lnTo>
                  <a:pt x="2146" y="369"/>
                </a:lnTo>
                <a:lnTo>
                  <a:pt x="2103" y="328"/>
                </a:lnTo>
                <a:lnTo>
                  <a:pt x="2056" y="288"/>
                </a:lnTo>
                <a:lnTo>
                  <a:pt x="2009" y="251"/>
                </a:lnTo>
                <a:lnTo>
                  <a:pt x="1960" y="216"/>
                </a:lnTo>
                <a:lnTo>
                  <a:pt x="1908" y="182"/>
                </a:lnTo>
                <a:lnTo>
                  <a:pt x="1856" y="152"/>
                </a:lnTo>
                <a:lnTo>
                  <a:pt x="1802" y="124"/>
                </a:lnTo>
                <a:lnTo>
                  <a:pt x="1746" y="99"/>
                </a:lnTo>
                <a:lnTo>
                  <a:pt x="1689" y="77"/>
                </a:lnTo>
                <a:lnTo>
                  <a:pt x="1631" y="56"/>
                </a:lnTo>
                <a:lnTo>
                  <a:pt x="1571" y="39"/>
                </a:lnTo>
                <a:lnTo>
                  <a:pt x="1510" y="25"/>
                </a:lnTo>
                <a:lnTo>
                  <a:pt x="1449" y="14"/>
                </a:lnTo>
                <a:lnTo>
                  <a:pt x="1385" y="6"/>
                </a:lnTo>
                <a:lnTo>
                  <a:pt x="1322" y="2"/>
                </a:lnTo>
                <a:lnTo>
                  <a:pt x="1258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Freeform 231"/>
          <p:cNvSpPr>
            <a:spLocks noEditPoints="1"/>
          </p:cNvSpPr>
          <p:nvPr/>
        </p:nvSpPr>
        <p:spPr bwMode="auto">
          <a:xfrm>
            <a:off x="7649845" y="2185035"/>
            <a:ext cx="67310" cy="68580"/>
          </a:xfrm>
          <a:custGeom>
            <a:avLst/>
            <a:gdLst>
              <a:gd name="T0" fmla="*/ 1107 w 2012"/>
              <a:gd name="T1" fmla="*/ 514 h 2016"/>
              <a:gd name="T2" fmla="*/ 1224 w 2012"/>
              <a:gd name="T3" fmla="*/ 553 h 2016"/>
              <a:gd name="T4" fmla="*/ 1326 w 2012"/>
              <a:gd name="T5" fmla="*/ 619 h 2016"/>
              <a:gd name="T6" fmla="*/ 1409 w 2012"/>
              <a:gd name="T7" fmla="*/ 707 h 2016"/>
              <a:gd name="T8" fmla="*/ 1469 w 2012"/>
              <a:gd name="T9" fmla="*/ 812 h 2016"/>
              <a:gd name="T10" fmla="*/ 1503 w 2012"/>
              <a:gd name="T11" fmla="*/ 931 h 2016"/>
              <a:gd name="T12" fmla="*/ 1507 w 2012"/>
              <a:gd name="T13" fmla="*/ 1060 h 2016"/>
              <a:gd name="T14" fmla="*/ 1478 w 2012"/>
              <a:gd name="T15" fmla="*/ 1182 h 2016"/>
              <a:gd name="T16" fmla="*/ 1423 w 2012"/>
              <a:gd name="T17" fmla="*/ 1290 h 2016"/>
              <a:gd name="T18" fmla="*/ 1344 w 2012"/>
              <a:gd name="T19" fmla="*/ 1381 h 2016"/>
              <a:gd name="T20" fmla="*/ 1245 w 2012"/>
              <a:gd name="T21" fmla="*/ 1452 h 2016"/>
              <a:gd name="T22" fmla="*/ 1131 w 2012"/>
              <a:gd name="T23" fmla="*/ 1496 h 2016"/>
              <a:gd name="T24" fmla="*/ 1006 w 2012"/>
              <a:gd name="T25" fmla="*/ 1512 h 2016"/>
              <a:gd name="T26" fmla="*/ 880 w 2012"/>
              <a:gd name="T27" fmla="*/ 1496 h 2016"/>
              <a:gd name="T28" fmla="*/ 766 w 2012"/>
              <a:gd name="T29" fmla="*/ 1452 h 2016"/>
              <a:gd name="T30" fmla="*/ 668 w 2012"/>
              <a:gd name="T31" fmla="*/ 1381 h 2016"/>
              <a:gd name="T32" fmla="*/ 589 w 2012"/>
              <a:gd name="T33" fmla="*/ 1290 h 2016"/>
              <a:gd name="T34" fmla="*/ 534 w 2012"/>
              <a:gd name="T35" fmla="*/ 1182 h 2016"/>
              <a:gd name="T36" fmla="*/ 506 w 2012"/>
              <a:gd name="T37" fmla="*/ 1060 h 2016"/>
              <a:gd name="T38" fmla="*/ 509 w 2012"/>
              <a:gd name="T39" fmla="*/ 931 h 2016"/>
              <a:gd name="T40" fmla="*/ 543 w 2012"/>
              <a:gd name="T41" fmla="*/ 812 h 2016"/>
              <a:gd name="T42" fmla="*/ 603 w 2012"/>
              <a:gd name="T43" fmla="*/ 707 h 2016"/>
              <a:gd name="T44" fmla="*/ 686 w 2012"/>
              <a:gd name="T45" fmla="*/ 619 h 2016"/>
              <a:gd name="T46" fmla="*/ 787 w 2012"/>
              <a:gd name="T47" fmla="*/ 553 h 2016"/>
              <a:gd name="T48" fmla="*/ 904 w 2012"/>
              <a:gd name="T49" fmla="*/ 514 h 2016"/>
              <a:gd name="T50" fmla="*/ 0 w 2012"/>
              <a:gd name="T51" fmla="*/ 1008 h 2016"/>
              <a:gd name="T52" fmla="*/ 32 w 2012"/>
              <a:gd name="T53" fmla="*/ 1260 h 2016"/>
              <a:gd name="T54" fmla="*/ 121 w 2012"/>
              <a:gd name="T55" fmla="*/ 1488 h 2016"/>
              <a:gd name="T56" fmla="*/ 261 w 2012"/>
              <a:gd name="T57" fmla="*/ 1686 h 2016"/>
              <a:gd name="T58" fmla="*/ 443 w 2012"/>
              <a:gd name="T59" fmla="*/ 1844 h 2016"/>
              <a:gd name="T60" fmla="*/ 661 w 2012"/>
              <a:gd name="T61" fmla="*/ 1955 h 2016"/>
              <a:gd name="T62" fmla="*/ 903 w 2012"/>
              <a:gd name="T63" fmla="*/ 2011 h 2016"/>
              <a:gd name="T64" fmla="*/ 1159 w 2012"/>
              <a:gd name="T65" fmla="*/ 2004 h 2016"/>
              <a:gd name="T66" fmla="*/ 1397 w 2012"/>
              <a:gd name="T67" fmla="*/ 1937 h 2016"/>
              <a:gd name="T68" fmla="*/ 1607 w 2012"/>
              <a:gd name="T69" fmla="*/ 1816 h 2016"/>
              <a:gd name="T70" fmla="*/ 1782 w 2012"/>
              <a:gd name="T71" fmla="*/ 1649 h 2016"/>
              <a:gd name="T72" fmla="*/ 1912 w 2012"/>
              <a:gd name="T73" fmla="*/ 1445 h 2016"/>
              <a:gd name="T74" fmla="*/ 1992 w 2012"/>
              <a:gd name="T75" fmla="*/ 1211 h 2016"/>
              <a:gd name="T76" fmla="*/ 2011 w 2012"/>
              <a:gd name="T77" fmla="*/ 957 h 2016"/>
              <a:gd name="T78" fmla="*/ 1966 w 2012"/>
              <a:gd name="T79" fmla="*/ 709 h 2016"/>
              <a:gd name="T80" fmla="*/ 1866 w 2012"/>
              <a:gd name="T81" fmla="*/ 486 h 2016"/>
              <a:gd name="T82" fmla="*/ 1717 w 2012"/>
              <a:gd name="T83" fmla="*/ 295 h 2016"/>
              <a:gd name="T84" fmla="*/ 1527 w 2012"/>
              <a:gd name="T85" fmla="*/ 146 h 2016"/>
              <a:gd name="T86" fmla="*/ 1304 w 2012"/>
              <a:gd name="T87" fmla="*/ 45 h 2016"/>
              <a:gd name="T88" fmla="*/ 1057 w 2012"/>
              <a:gd name="T89" fmla="*/ 1 h 2016"/>
              <a:gd name="T90" fmla="*/ 803 w 2012"/>
              <a:gd name="T91" fmla="*/ 20 h 2016"/>
              <a:gd name="T92" fmla="*/ 570 w 2012"/>
              <a:gd name="T93" fmla="*/ 100 h 2016"/>
              <a:gd name="T94" fmla="*/ 366 w 2012"/>
              <a:gd name="T95" fmla="*/ 231 h 2016"/>
              <a:gd name="T96" fmla="*/ 200 w 2012"/>
              <a:gd name="T97" fmla="*/ 405 h 2016"/>
              <a:gd name="T98" fmla="*/ 79 w 2012"/>
              <a:gd name="T99" fmla="*/ 616 h 2016"/>
              <a:gd name="T100" fmla="*/ 12 w 2012"/>
              <a:gd name="T101" fmla="*/ 855 h 20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012" h="2016">
                <a:moveTo>
                  <a:pt x="1006" y="504"/>
                </a:moveTo>
                <a:lnTo>
                  <a:pt x="1032" y="505"/>
                </a:lnTo>
                <a:lnTo>
                  <a:pt x="1057" y="507"/>
                </a:lnTo>
                <a:lnTo>
                  <a:pt x="1082" y="510"/>
                </a:lnTo>
                <a:lnTo>
                  <a:pt x="1107" y="514"/>
                </a:lnTo>
                <a:lnTo>
                  <a:pt x="1131" y="520"/>
                </a:lnTo>
                <a:lnTo>
                  <a:pt x="1156" y="526"/>
                </a:lnTo>
                <a:lnTo>
                  <a:pt x="1179" y="534"/>
                </a:lnTo>
                <a:lnTo>
                  <a:pt x="1202" y="543"/>
                </a:lnTo>
                <a:lnTo>
                  <a:pt x="1224" y="553"/>
                </a:lnTo>
                <a:lnTo>
                  <a:pt x="1245" y="564"/>
                </a:lnTo>
                <a:lnTo>
                  <a:pt x="1266" y="577"/>
                </a:lnTo>
                <a:lnTo>
                  <a:pt x="1287" y="590"/>
                </a:lnTo>
                <a:lnTo>
                  <a:pt x="1306" y="604"/>
                </a:lnTo>
                <a:lnTo>
                  <a:pt x="1326" y="619"/>
                </a:lnTo>
                <a:lnTo>
                  <a:pt x="1344" y="635"/>
                </a:lnTo>
                <a:lnTo>
                  <a:pt x="1362" y="651"/>
                </a:lnTo>
                <a:lnTo>
                  <a:pt x="1378" y="669"/>
                </a:lnTo>
                <a:lnTo>
                  <a:pt x="1394" y="688"/>
                </a:lnTo>
                <a:lnTo>
                  <a:pt x="1409" y="707"/>
                </a:lnTo>
                <a:lnTo>
                  <a:pt x="1423" y="726"/>
                </a:lnTo>
                <a:lnTo>
                  <a:pt x="1436" y="747"/>
                </a:lnTo>
                <a:lnTo>
                  <a:pt x="1448" y="768"/>
                </a:lnTo>
                <a:lnTo>
                  <a:pt x="1459" y="789"/>
                </a:lnTo>
                <a:lnTo>
                  <a:pt x="1469" y="812"/>
                </a:lnTo>
                <a:lnTo>
                  <a:pt x="1478" y="835"/>
                </a:lnTo>
                <a:lnTo>
                  <a:pt x="1487" y="858"/>
                </a:lnTo>
                <a:lnTo>
                  <a:pt x="1493" y="882"/>
                </a:lnTo>
                <a:lnTo>
                  <a:pt x="1499" y="906"/>
                </a:lnTo>
                <a:lnTo>
                  <a:pt x="1503" y="931"/>
                </a:lnTo>
                <a:lnTo>
                  <a:pt x="1507" y="957"/>
                </a:lnTo>
                <a:lnTo>
                  <a:pt x="1508" y="982"/>
                </a:lnTo>
                <a:lnTo>
                  <a:pt x="1509" y="1008"/>
                </a:lnTo>
                <a:lnTo>
                  <a:pt x="1508" y="1034"/>
                </a:lnTo>
                <a:lnTo>
                  <a:pt x="1507" y="1060"/>
                </a:lnTo>
                <a:lnTo>
                  <a:pt x="1503" y="1085"/>
                </a:lnTo>
                <a:lnTo>
                  <a:pt x="1499" y="1110"/>
                </a:lnTo>
                <a:lnTo>
                  <a:pt x="1493" y="1134"/>
                </a:lnTo>
                <a:lnTo>
                  <a:pt x="1487" y="1158"/>
                </a:lnTo>
                <a:lnTo>
                  <a:pt x="1478" y="1182"/>
                </a:lnTo>
                <a:lnTo>
                  <a:pt x="1469" y="1205"/>
                </a:lnTo>
                <a:lnTo>
                  <a:pt x="1459" y="1227"/>
                </a:lnTo>
                <a:lnTo>
                  <a:pt x="1448" y="1248"/>
                </a:lnTo>
                <a:lnTo>
                  <a:pt x="1436" y="1269"/>
                </a:lnTo>
                <a:lnTo>
                  <a:pt x="1423" y="1290"/>
                </a:lnTo>
                <a:lnTo>
                  <a:pt x="1409" y="1310"/>
                </a:lnTo>
                <a:lnTo>
                  <a:pt x="1394" y="1329"/>
                </a:lnTo>
                <a:lnTo>
                  <a:pt x="1378" y="1347"/>
                </a:lnTo>
                <a:lnTo>
                  <a:pt x="1362" y="1365"/>
                </a:lnTo>
                <a:lnTo>
                  <a:pt x="1344" y="1381"/>
                </a:lnTo>
                <a:lnTo>
                  <a:pt x="1326" y="1397"/>
                </a:lnTo>
                <a:lnTo>
                  <a:pt x="1306" y="1412"/>
                </a:lnTo>
                <a:lnTo>
                  <a:pt x="1287" y="1427"/>
                </a:lnTo>
                <a:lnTo>
                  <a:pt x="1266" y="1440"/>
                </a:lnTo>
                <a:lnTo>
                  <a:pt x="1245" y="1452"/>
                </a:lnTo>
                <a:lnTo>
                  <a:pt x="1224" y="1463"/>
                </a:lnTo>
                <a:lnTo>
                  <a:pt x="1202" y="1473"/>
                </a:lnTo>
                <a:lnTo>
                  <a:pt x="1179" y="1482"/>
                </a:lnTo>
                <a:lnTo>
                  <a:pt x="1156" y="1490"/>
                </a:lnTo>
                <a:lnTo>
                  <a:pt x="1131" y="1496"/>
                </a:lnTo>
                <a:lnTo>
                  <a:pt x="1107" y="1502"/>
                </a:lnTo>
                <a:lnTo>
                  <a:pt x="1082" y="1506"/>
                </a:lnTo>
                <a:lnTo>
                  <a:pt x="1057" y="1509"/>
                </a:lnTo>
                <a:lnTo>
                  <a:pt x="1032" y="1511"/>
                </a:lnTo>
                <a:lnTo>
                  <a:pt x="1006" y="1512"/>
                </a:lnTo>
                <a:lnTo>
                  <a:pt x="980" y="1511"/>
                </a:lnTo>
                <a:lnTo>
                  <a:pt x="954" y="1509"/>
                </a:lnTo>
                <a:lnTo>
                  <a:pt x="929" y="1506"/>
                </a:lnTo>
                <a:lnTo>
                  <a:pt x="904" y="1502"/>
                </a:lnTo>
                <a:lnTo>
                  <a:pt x="880" y="1496"/>
                </a:lnTo>
                <a:lnTo>
                  <a:pt x="856" y="1490"/>
                </a:lnTo>
                <a:lnTo>
                  <a:pt x="833" y="1482"/>
                </a:lnTo>
                <a:lnTo>
                  <a:pt x="811" y="1473"/>
                </a:lnTo>
                <a:lnTo>
                  <a:pt x="787" y="1463"/>
                </a:lnTo>
                <a:lnTo>
                  <a:pt x="766" y="1452"/>
                </a:lnTo>
                <a:lnTo>
                  <a:pt x="745" y="1440"/>
                </a:lnTo>
                <a:lnTo>
                  <a:pt x="725" y="1427"/>
                </a:lnTo>
                <a:lnTo>
                  <a:pt x="705" y="1412"/>
                </a:lnTo>
                <a:lnTo>
                  <a:pt x="686" y="1397"/>
                </a:lnTo>
                <a:lnTo>
                  <a:pt x="668" y="1381"/>
                </a:lnTo>
                <a:lnTo>
                  <a:pt x="651" y="1365"/>
                </a:lnTo>
                <a:lnTo>
                  <a:pt x="633" y="1347"/>
                </a:lnTo>
                <a:lnTo>
                  <a:pt x="617" y="1329"/>
                </a:lnTo>
                <a:lnTo>
                  <a:pt x="603" y="1310"/>
                </a:lnTo>
                <a:lnTo>
                  <a:pt x="589" y="1290"/>
                </a:lnTo>
                <a:lnTo>
                  <a:pt x="576" y="1269"/>
                </a:lnTo>
                <a:lnTo>
                  <a:pt x="564" y="1248"/>
                </a:lnTo>
                <a:lnTo>
                  <a:pt x="553" y="1227"/>
                </a:lnTo>
                <a:lnTo>
                  <a:pt x="543" y="1205"/>
                </a:lnTo>
                <a:lnTo>
                  <a:pt x="534" y="1182"/>
                </a:lnTo>
                <a:lnTo>
                  <a:pt x="526" y="1158"/>
                </a:lnTo>
                <a:lnTo>
                  <a:pt x="519" y="1134"/>
                </a:lnTo>
                <a:lnTo>
                  <a:pt x="513" y="1110"/>
                </a:lnTo>
                <a:lnTo>
                  <a:pt x="509" y="1085"/>
                </a:lnTo>
                <a:lnTo>
                  <a:pt x="506" y="1060"/>
                </a:lnTo>
                <a:lnTo>
                  <a:pt x="504" y="1034"/>
                </a:lnTo>
                <a:lnTo>
                  <a:pt x="503" y="1008"/>
                </a:lnTo>
                <a:lnTo>
                  <a:pt x="504" y="982"/>
                </a:lnTo>
                <a:lnTo>
                  <a:pt x="506" y="957"/>
                </a:lnTo>
                <a:lnTo>
                  <a:pt x="509" y="931"/>
                </a:lnTo>
                <a:lnTo>
                  <a:pt x="513" y="906"/>
                </a:lnTo>
                <a:lnTo>
                  <a:pt x="519" y="882"/>
                </a:lnTo>
                <a:lnTo>
                  <a:pt x="526" y="858"/>
                </a:lnTo>
                <a:lnTo>
                  <a:pt x="534" y="835"/>
                </a:lnTo>
                <a:lnTo>
                  <a:pt x="543" y="812"/>
                </a:lnTo>
                <a:lnTo>
                  <a:pt x="553" y="789"/>
                </a:lnTo>
                <a:lnTo>
                  <a:pt x="564" y="768"/>
                </a:lnTo>
                <a:lnTo>
                  <a:pt x="576" y="747"/>
                </a:lnTo>
                <a:lnTo>
                  <a:pt x="589" y="726"/>
                </a:lnTo>
                <a:lnTo>
                  <a:pt x="603" y="707"/>
                </a:lnTo>
                <a:lnTo>
                  <a:pt x="617" y="688"/>
                </a:lnTo>
                <a:lnTo>
                  <a:pt x="633" y="669"/>
                </a:lnTo>
                <a:lnTo>
                  <a:pt x="651" y="651"/>
                </a:lnTo>
                <a:lnTo>
                  <a:pt x="668" y="635"/>
                </a:lnTo>
                <a:lnTo>
                  <a:pt x="686" y="619"/>
                </a:lnTo>
                <a:lnTo>
                  <a:pt x="705" y="604"/>
                </a:lnTo>
                <a:lnTo>
                  <a:pt x="725" y="590"/>
                </a:lnTo>
                <a:lnTo>
                  <a:pt x="745" y="577"/>
                </a:lnTo>
                <a:lnTo>
                  <a:pt x="766" y="564"/>
                </a:lnTo>
                <a:lnTo>
                  <a:pt x="787" y="553"/>
                </a:lnTo>
                <a:lnTo>
                  <a:pt x="811" y="543"/>
                </a:lnTo>
                <a:lnTo>
                  <a:pt x="833" y="534"/>
                </a:lnTo>
                <a:lnTo>
                  <a:pt x="856" y="526"/>
                </a:lnTo>
                <a:lnTo>
                  <a:pt x="880" y="520"/>
                </a:lnTo>
                <a:lnTo>
                  <a:pt x="904" y="514"/>
                </a:lnTo>
                <a:lnTo>
                  <a:pt x="929" y="510"/>
                </a:lnTo>
                <a:lnTo>
                  <a:pt x="954" y="507"/>
                </a:lnTo>
                <a:lnTo>
                  <a:pt x="980" y="505"/>
                </a:lnTo>
                <a:lnTo>
                  <a:pt x="1006" y="504"/>
                </a:lnTo>
                <a:close/>
                <a:moveTo>
                  <a:pt x="0" y="1008"/>
                </a:moveTo>
                <a:lnTo>
                  <a:pt x="2" y="1060"/>
                </a:lnTo>
                <a:lnTo>
                  <a:pt x="5" y="1111"/>
                </a:lnTo>
                <a:lnTo>
                  <a:pt x="12" y="1161"/>
                </a:lnTo>
                <a:lnTo>
                  <a:pt x="21" y="1211"/>
                </a:lnTo>
                <a:lnTo>
                  <a:pt x="32" y="1260"/>
                </a:lnTo>
                <a:lnTo>
                  <a:pt x="45" y="1308"/>
                </a:lnTo>
                <a:lnTo>
                  <a:pt x="61" y="1355"/>
                </a:lnTo>
                <a:lnTo>
                  <a:pt x="79" y="1400"/>
                </a:lnTo>
                <a:lnTo>
                  <a:pt x="99" y="1445"/>
                </a:lnTo>
                <a:lnTo>
                  <a:pt x="121" y="1488"/>
                </a:lnTo>
                <a:lnTo>
                  <a:pt x="146" y="1530"/>
                </a:lnTo>
                <a:lnTo>
                  <a:pt x="172" y="1572"/>
                </a:lnTo>
                <a:lnTo>
                  <a:pt x="200" y="1611"/>
                </a:lnTo>
                <a:lnTo>
                  <a:pt x="230" y="1649"/>
                </a:lnTo>
                <a:lnTo>
                  <a:pt x="261" y="1686"/>
                </a:lnTo>
                <a:lnTo>
                  <a:pt x="294" y="1721"/>
                </a:lnTo>
                <a:lnTo>
                  <a:pt x="330" y="1754"/>
                </a:lnTo>
                <a:lnTo>
                  <a:pt x="366" y="1785"/>
                </a:lnTo>
                <a:lnTo>
                  <a:pt x="404" y="1816"/>
                </a:lnTo>
                <a:lnTo>
                  <a:pt x="443" y="1844"/>
                </a:lnTo>
                <a:lnTo>
                  <a:pt x="485" y="1870"/>
                </a:lnTo>
                <a:lnTo>
                  <a:pt x="527" y="1894"/>
                </a:lnTo>
                <a:lnTo>
                  <a:pt x="570" y="1917"/>
                </a:lnTo>
                <a:lnTo>
                  <a:pt x="614" y="1937"/>
                </a:lnTo>
                <a:lnTo>
                  <a:pt x="661" y="1955"/>
                </a:lnTo>
                <a:lnTo>
                  <a:pt x="707" y="1971"/>
                </a:lnTo>
                <a:lnTo>
                  <a:pt x="754" y="1984"/>
                </a:lnTo>
                <a:lnTo>
                  <a:pt x="803" y="1995"/>
                </a:lnTo>
                <a:lnTo>
                  <a:pt x="853" y="2004"/>
                </a:lnTo>
                <a:lnTo>
                  <a:pt x="903" y="2011"/>
                </a:lnTo>
                <a:lnTo>
                  <a:pt x="954" y="2015"/>
                </a:lnTo>
                <a:lnTo>
                  <a:pt x="1006" y="2016"/>
                </a:lnTo>
                <a:lnTo>
                  <a:pt x="1057" y="2015"/>
                </a:lnTo>
                <a:lnTo>
                  <a:pt x="1108" y="2011"/>
                </a:lnTo>
                <a:lnTo>
                  <a:pt x="1159" y="2004"/>
                </a:lnTo>
                <a:lnTo>
                  <a:pt x="1208" y="1995"/>
                </a:lnTo>
                <a:lnTo>
                  <a:pt x="1257" y="1984"/>
                </a:lnTo>
                <a:lnTo>
                  <a:pt x="1304" y="1971"/>
                </a:lnTo>
                <a:lnTo>
                  <a:pt x="1352" y="1955"/>
                </a:lnTo>
                <a:lnTo>
                  <a:pt x="1397" y="1937"/>
                </a:lnTo>
                <a:lnTo>
                  <a:pt x="1441" y="1917"/>
                </a:lnTo>
                <a:lnTo>
                  <a:pt x="1485" y="1894"/>
                </a:lnTo>
                <a:lnTo>
                  <a:pt x="1527" y="1870"/>
                </a:lnTo>
                <a:lnTo>
                  <a:pt x="1568" y="1844"/>
                </a:lnTo>
                <a:lnTo>
                  <a:pt x="1607" y="1816"/>
                </a:lnTo>
                <a:lnTo>
                  <a:pt x="1645" y="1785"/>
                </a:lnTo>
                <a:lnTo>
                  <a:pt x="1682" y="1754"/>
                </a:lnTo>
                <a:lnTo>
                  <a:pt x="1717" y="1721"/>
                </a:lnTo>
                <a:lnTo>
                  <a:pt x="1750" y="1686"/>
                </a:lnTo>
                <a:lnTo>
                  <a:pt x="1782" y="1649"/>
                </a:lnTo>
                <a:lnTo>
                  <a:pt x="1811" y="1611"/>
                </a:lnTo>
                <a:lnTo>
                  <a:pt x="1840" y="1572"/>
                </a:lnTo>
                <a:lnTo>
                  <a:pt x="1866" y="1530"/>
                </a:lnTo>
                <a:lnTo>
                  <a:pt x="1890" y="1488"/>
                </a:lnTo>
                <a:lnTo>
                  <a:pt x="1912" y="1445"/>
                </a:lnTo>
                <a:lnTo>
                  <a:pt x="1932" y="1400"/>
                </a:lnTo>
                <a:lnTo>
                  <a:pt x="1950" y="1355"/>
                </a:lnTo>
                <a:lnTo>
                  <a:pt x="1966" y="1308"/>
                </a:lnTo>
                <a:lnTo>
                  <a:pt x="1980" y="1260"/>
                </a:lnTo>
                <a:lnTo>
                  <a:pt x="1992" y="1211"/>
                </a:lnTo>
                <a:lnTo>
                  <a:pt x="2001" y="1161"/>
                </a:lnTo>
                <a:lnTo>
                  <a:pt x="2007" y="1111"/>
                </a:lnTo>
                <a:lnTo>
                  <a:pt x="2011" y="1060"/>
                </a:lnTo>
                <a:lnTo>
                  <a:pt x="2012" y="1008"/>
                </a:lnTo>
                <a:lnTo>
                  <a:pt x="2011" y="957"/>
                </a:lnTo>
                <a:lnTo>
                  <a:pt x="2007" y="905"/>
                </a:lnTo>
                <a:lnTo>
                  <a:pt x="2001" y="855"/>
                </a:lnTo>
                <a:lnTo>
                  <a:pt x="1992" y="805"/>
                </a:lnTo>
                <a:lnTo>
                  <a:pt x="1980" y="756"/>
                </a:lnTo>
                <a:lnTo>
                  <a:pt x="1966" y="709"/>
                </a:lnTo>
                <a:lnTo>
                  <a:pt x="1950" y="661"/>
                </a:lnTo>
                <a:lnTo>
                  <a:pt x="1932" y="616"/>
                </a:lnTo>
                <a:lnTo>
                  <a:pt x="1912" y="572"/>
                </a:lnTo>
                <a:lnTo>
                  <a:pt x="1890" y="528"/>
                </a:lnTo>
                <a:lnTo>
                  <a:pt x="1866" y="486"/>
                </a:lnTo>
                <a:lnTo>
                  <a:pt x="1840" y="445"/>
                </a:lnTo>
                <a:lnTo>
                  <a:pt x="1811" y="405"/>
                </a:lnTo>
                <a:lnTo>
                  <a:pt x="1782" y="367"/>
                </a:lnTo>
                <a:lnTo>
                  <a:pt x="1750" y="331"/>
                </a:lnTo>
                <a:lnTo>
                  <a:pt x="1717" y="295"/>
                </a:lnTo>
                <a:lnTo>
                  <a:pt x="1682" y="262"/>
                </a:lnTo>
                <a:lnTo>
                  <a:pt x="1645" y="231"/>
                </a:lnTo>
                <a:lnTo>
                  <a:pt x="1607" y="201"/>
                </a:lnTo>
                <a:lnTo>
                  <a:pt x="1568" y="172"/>
                </a:lnTo>
                <a:lnTo>
                  <a:pt x="1527" y="146"/>
                </a:lnTo>
                <a:lnTo>
                  <a:pt x="1485" y="122"/>
                </a:lnTo>
                <a:lnTo>
                  <a:pt x="1441" y="100"/>
                </a:lnTo>
                <a:lnTo>
                  <a:pt x="1397" y="80"/>
                </a:lnTo>
                <a:lnTo>
                  <a:pt x="1352" y="61"/>
                </a:lnTo>
                <a:lnTo>
                  <a:pt x="1304" y="45"/>
                </a:lnTo>
                <a:lnTo>
                  <a:pt x="1257" y="31"/>
                </a:lnTo>
                <a:lnTo>
                  <a:pt x="1208" y="20"/>
                </a:lnTo>
                <a:lnTo>
                  <a:pt x="1159" y="11"/>
                </a:lnTo>
                <a:lnTo>
                  <a:pt x="1108" y="5"/>
                </a:lnTo>
                <a:lnTo>
                  <a:pt x="1057" y="1"/>
                </a:lnTo>
                <a:lnTo>
                  <a:pt x="1006" y="0"/>
                </a:lnTo>
                <a:lnTo>
                  <a:pt x="954" y="1"/>
                </a:lnTo>
                <a:lnTo>
                  <a:pt x="903" y="5"/>
                </a:lnTo>
                <a:lnTo>
                  <a:pt x="853" y="11"/>
                </a:lnTo>
                <a:lnTo>
                  <a:pt x="803" y="20"/>
                </a:lnTo>
                <a:lnTo>
                  <a:pt x="754" y="31"/>
                </a:lnTo>
                <a:lnTo>
                  <a:pt x="707" y="45"/>
                </a:lnTo>
                <a:lnTo>
                  <a:pt x="661" y="61"/>
                </a:lnTo>
                <a:lnTo>
                  <a:pt x="614" y="80"/>
                </a:lnTo>
                <a:lnTo>
                  <a:pt x="570" y="100"/>
                </a:lnTo>
                <a:lnTo>
                  <a:pt x="527" y="122"/>
                </a:lnTo>
                <a:lnTo>
                  <a:pt x="485" y="146"/>
                </a:lnTo>
                <a:lnTo>
                  <a:pt x="443" y="172"/>
                </a:lnTo>
                <a:lnTo>
                  <a:pt x="404" y="201"/>
                </a:lnTo>
                <a:lnTo>
                  <a:pt x="366" y="231"/>
                </a:lnTo>
                <a:lnTo>
                  <a:pt x="330" y="262"/>
                </a:lnTo>
                <a:lnTo>
                  <a:pt x="294" y="295"/>
                </a:lnTo>
                <a:lnTo>
                  <a:pt x="261" y="331"/>
                </a:lnTo>
                <a:lnTo>
                  <a:pt x="230" y="367"/>
                </a:lnTo>
                <a:lnTo>
                  <a:pt x="200" y="405"/>
                </a:lnTo>
                <a:lnTo>
                  <a:pt x="172" y="445"/>
                </a:lnTo>
                <a:lnTo>
                  <a:pt x="146" y="486"/>
                </a:lnTo>
                <a:lnTo>
                  <a:pt x="121" y="528"/>
                </a:lnTo>
                <a:lnTo>
                  <a:pt x="99" y="572"/>
                </a:lnTo>
                <a:lnTo>
                  <a:pt x="79" y="616"/>
                </a:lnTo>
                <a:lnTo>
                  <a:pt x="61" y="661"/>
                </a:lnTo>
                <a:lnTo>
                  <a:pt x="45" y="709"/>
                </a:lnTo>
                <a:lnTo>
                  <a:pt x="32" y="756"/>
                </a:lnTo>
                <a:lnTo>
                  <a:pt x="21" y="805"/>
                </a:lnTo>
                <a:lnTo>
                  <a:pt x="12" y="855"/>
                </a:lnTo>
                <a:lnTo>
                  <a:pt x="5" y="905"/>
                </a:lnTo>
                <a:lnTo>
                  <a:pt x="2" y="957"/>
                </a:lnTo>
                <a:lnTo>
                  <a:pt x="0" y="1008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232"/>
          <p:cNvSpPr/>
          <p:nvPr/>
        </p:nvSpPr>
        <p:spPr bwMode="auto">
          <a:xfrm>
            <a:off x="7717790" y="2305050"/>
            <a:ext cx="33655" cy="33655"/>
          </a:xfrm>
          <a:custGeom>
            <a:avLst/>
            <a:gdLst>
              <a:gd name="T0" fmla="*/ 554 w 1006"/>
              <a:gd name="T1" fmla="*/ 1005 h 1008"/>
              <a:gd name="T2" fmla="*/ 628 w 1006"/>
              <a:gd name="T3" fmla="*/ 992 h 1008"/>
              <a:gd name="T4" fmla="*/ 699 w 1006"/>
              <a:gd name="T5" fmla="*/ 969 h 1008"/>
              <a:gd name="T6" fmla="*/ 763 w 1006"/>
              <a:gd name="T7" fmla="*/ 935 h 1008"/>
              <a:gd name="T8" fmla="*/ 822 w 1006"/>
              <a:gd name="T9" fmla="*/ 893 h 1008"/>
              <a:gd name="T10" fmla="*/ 875 w 1006"/>
              <a:gd name="T11" fmla="*/ 843 h 1008"/>
              <a:gd name="T12" fmla="*/ 920 w 1006"/>
              <a:gd name="T13" fmla="*/ 786 h 1008"/>
              <a:gd name="T14" fmla="*/ 956 w 1006"/>
              <a:gd name="T15" fmla="*/ 723 h 1008"/>
              <a:gd name="T16" fmla="*/ 983 w 1006"/>
              <a:gd name="T17" fmla="*/ 654 h 1008"/>
              <a:gd name="T18" fmla="*/ 1000 w 1006"/>
              <a:gd name="T19" fmla="*/ 581 h 1008"/>
              <a:gd name="T20" fmla="*/ 1006 w 1006"/>
              <a:gd name="T21" fmla="*/ 504 h 1008"/>
              <a:gd name="T22" fmla="*/ 1000 w 1006"/>
              <a:gd name="T23" fmla="*/ 427 h 1008"/>
              <a:gd name="T24" fmla="*/ 983 w 1006"/>
              <a:gd name="T25" fmla="*/ 354 h 1008"/>
              <a:gd name="T26" fmla="*/ 956 w 1006"/>
              <a:gd name="T27" fmla="*/ 285 h 1008"/>
              <a:gd name="T28" fmla="*/ 920 w 1006"/>
              <a:gd name="T29" fmla="*/ 222 h 1008"/>
              <a:gd name="T30" fmla="*/ 875 w 1006"/>
              <a:gd name="T31" fmla="*/ 165 h 1008"/>
              <a:gd name="T32" fmla="*/ 822 w 1006"/>
              <a:gd name="T33" fmla="*/ 115 h 1008"/>
              <a:gd name="T34" fmla="*/ 763 w 1006"/>
              <a:gd name="T35" fmla="*/ 72 h 1008"/>
              <a:gd name="T36" fmla="*/ 699 w 1006"/>
              <a:gd name="T37" fmla="*/ 39 h 1008"/>
              <a:gd name="T38" fmla="*/ 628 w 1006"/>
              <a:gd name="T39" fmla="*/ 16 h 1008"/>
              <a:gd name="T40" fmla="*/ 554 w 1006"/>
              <a:gd name="T41" fmla="*/ 3 h 1008"/>
              <a:gd name="T42" fmla="*/ 476 w 1006"/>
              <a:gd name="T43" fmla="*/ 1 h 1008"/>
              <a:gd name="T44" fmla="*/ 401 w 1006"/>
              <a:gd name="T45" fmla="*/ 10 h 1008"/>
              <a:gd name="T46" fmla="*/ 330 w 1006"/>
              <a:gd name="T47" fmla="*/ 30 h 1008"/>
              <a:gd name="T48" fmla="*/ 263 w 1006"/>
              <a:gd name="T49" fmla="*/ 60 h 1008"/>
              <a:gd name="T50" fmla="*/ 202 w 1006"/>
              <a:gd name="T51" fmla="*/ 100 h 1008"/>
              <a:gd name="T52" fmla="*/ 147 w 1006"/>
              <a:gd name="T53" fmla="*/ 147 h 1008"/>
              <a:gd name="T54" fmla="*/ 99 w 1006"/>
              <a:gd name="T55" fmla="*/ 202 h 1008"/>
              <a:gd name="T56" fmla="*/ 61 w 1006"/>
              <a:gd name="T57" fmla="*/ 264 h 1008"/>
              <a:gd name="T58" fmla="*/ 30 w 1006"/>
              <a:gd name="T59" fmla="*/ 330 h 1008"/>
              <a:gd name="T60" fmla="*/ 10 w 1006"/>
              <a:gd name="T61" fmla="*/ 402 h 1008"/>
              <a:gd name="T62" fmla="*/ 1 w 1006"/>
              <a:gd name="T63" fmla="*/ 478 h 1008"/>
              <a:gd name="T64" fmla="*/ 3 w 1006"/>
              <a:gd name="T65" fmla="*/ 555 h 1008"/>
              <a:gd name="T66" fmla="*/ 16 w 1006"/>
              <a:gd name="T67" fmla="*/ 630 h 1008"/>
              <a:gd name="T68" fmla="*/ 39 w 1006"/>
              <a:gd name="T69" fmla="*/ 700 h 1008"/>
              <a:gd name="T70" fmla="*/ 73 w 1006"/>
              <a:gd name="T71" fmla="*/ 765 h 1008"/>
              <a:gd name="T72" fmla="*/ 114 w 1006"/>
              <a:gd name="T73" fmla="*/ 824 h 1008"/>
              <a:gd name="T74" fmla="*/ 165 w 1006"/>
              <a:gd name="T75" fmla="*/ 877 h 1008"/>
              <a:gd name="T76" fmla="*/ 222 w 1006"/>
              <a:gd name="T77" fmla="*/ 922 h 1008"/>
              <a:gd name="T78" fmla="*/ 284 w 1006"/>
              <a:gd name="T79" fmla="*/ 959 h 1008"/>
              <a:gd name="T80" fmla="*/ 353 w 1006"/>
              <a:gd name="T81" fmla="*/ 985 h 1008"/>
              <a:gd name="T82" fmla="*/ 426 w 1006"/>
              <a:gd name="T83" fmla="*/ 1002 h 1008"/>
              <a:gd name="T84" fmla="*/ 503 w 1006"/>
              <a:gd name="T8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06" h="1008">
                <a:moveTo>
                  <a:pt x="503" y="1008"/>
                </a:moveTo>
                <a:lnTo>
                  <a:pt x="529" y="1007"/>
                </a:lnTo>
                <a:lnTo>
                  <a:pt x="554" y="1005"/>
                </a:lnTo>
                <a:lnTo>
                  <a:pt x="579" y="1002"/>
                </a:lnTo>
                <a:lnTo>
                  <a:pt x="604" y="998"/>
                </a:lnTo>
                <a:lnTo>
                  <a:pt x="628" y="992"/>
                </a:lnTo>
                <a:lnTo>
                  <a:pt x="652" y="985"/>
                </a:lnTo>
                <a:lnTo>
                  <a:pt x="676" y="978"/>
                </a:lnTo>
                <a:lnTo>
                  <a:pt x="699" y="969"/>
                </a:lnTo>
                <a:lnTo>
                  <a:pt x="721" y="959"/>
                </a:lnTo>
                <a:lnTo>
                  <a:pt x="742" y="948"/>
                </a:lnTo>
                <a:lnTo>
                  <a:pt x="763" y="935"/>
                </a:lnTo>
                <a:lnTo>
                  <a:pt x="784" y="922"/>
                </a:lnTo>
                <a:lnTo>
                  <a:pt x="803" y="908"/>
                </a:lnTo>
                <a:lnTo>
                  <a:pt x="822" y="893"/>
                </a:lnTo>
                <a:lnTo>
                  <a:pt x="841" y="877"/>
                </a:lnTo>
                <a:lnTo>
                  <a:pt x="859" y="861"/>
                </a:lnTo>
                <a:lnTo>
                  <a:pt x="875" y="843"/>
                </a:lnTo>
                <a:lnTo>
                  <a:pt x="891" y="824"/>
                </a:lnTo>
                <a:lnTo>
                  <a:pt x="906" y="805"/>
                </a:lnTo>
                <a:lnTo>
                  <a:pt x="920" y="786"/>
                </a:lnTo>
                <a:lnTo>
                  <a:pt x="933" y="765"/>
                </a:lnTo>
                <a:lnTo>
                  <a:pt x="945" y="744"/>
                </a:lnTo>
                <a:lnTo>
                  <a:pt x="956" y="723"/>
                </a:lnTo>
                <a:lnTo>
                  <a:pt x="966" y="700"/>
                </a:lnTo>
                <a:lnTo>
                  <a:pt x="975" y="677"/>
                </a:lnTo>
                <a:lnTo>
                  <a:pt x="983" y="654"/>
                </a:lnTo>
                <a:lnTo>
                  <a:pt x="989" y="630"/>
                </a:lnTo>
                <a:lnTo>
                  <a:pt x="996" y="606"/>
                </a:lnTo>
                <a:lnTo>
                  <a:pt x="1000" y="581"/>
                </a:lnTo>
                <a:lnTo>
                  <a:pt x="1004" y="555"/>
                </a:lnTo>
                <a:lnTo>
                  <a:pt x="1006" y="530"/>
                </a:lnTo>
                <a:lnTo>
                  <a:pt x="1006" y="504"/>
                </a:lnTo>
                <a:lnTo>
                  <a:pt x="1006" y="478"/>
                </a:lnTo>
                <a:lnTo>
                  <a:pt x="1004" y="452"/>
                </a:lnTo>
                <a:lnTo>
                  <a:pt x="1000" y="427"/>
                </a:lnTo>
                <a:lnTo>
                  <a:pt x="996" y="402"/>
                </a:lnTo>
                <a:lnTo>
                  <a:pt x="989" y="378"/>
                </a:lnTo>
                <a:lnTo>
                  <a:pt x="983" y="354"/>
                </a:lnTo>
                <a:lnTo>
                  <a:pt x="975" y="330"/>
                </a:lnTo>
                <a:lnTo>
                  <a:pt x="966" y="307"/>
                </a:lnTo>
                <a:lnTo>
                  <a:pt x="956" y="285"/>
                </a:lnTo>
                <a:lnTo>
                  <a:pt x="945" y="264"/>
                </a:lnTo>
                <a:lnTo>
                  <a:pt x="933" y="243"/>
                </a:lnTo>
                <a:lnTo>
                  <a:pt x="920" y="222"/>
                </a:lnTo>
                <a:lnTo>
                  <a:pt x="906" y="202"/>
                </a:lnTo>
                <a:lnTo>
                  <a:pt x="891" y="183"/>
                </a:lnTo>
                <a:lnTo>
                  <a:pt x="875" y="165"/>
                </a:lnTo>
                <a:lnTo>
                  <a:pt x="859" y="147"/>
                </a:lnTo>
                <a:lnTo>
                  <a:pt x="841" y="131"/>
                </a:lnTo>
                <a:lnTo>
                  <a:pt x="822" y="115"/>
                </a:lnTo>
                <a:lnTo>
                  <a:pt x="803" y="100"/>
                </a:lnTo>
                <a:lnTo>
                  <a:pt x="784" y="85"/>
                </a:lnTo>
                <a:lnTo>
                  <a:pt x="763" y="72"/>
                </a:lnTo>
                <a:lnTo>
                  <a:pt x="742" y="60"/>
                </a:lnTo>
                <a:lnTo>
                  <a:pt x="721" y="49"/>
                </a:lnTo>
                <a:lnTo>
                  <a:pt x="699" y="39"/>
                </a:lnTo>
                <a:lnTo>
                  <a:pt x="676" y="30"/>
                </a:lnTo>
                <a:lnTo>
                  <a:pt x="652" y="22"/>
                </a:lnTo>
                <a:lnTo>
                  <a:pt x="628" y="16"/>
                </a:lnTo>
                <a:lnTo>
                  <a:pt x="604" y="10"/>
                </a:lnTo>
                <a:lnTo>
                  <a:pt x="579" y="6"/>
                </a:lnTo>
                <a:lnTo>
                  <a:pt x="554" y="3"/>
                </a:lnTo>
                <a:lnTo>
                  <a:pt x="529" y="1"/>
                </a:lnTo>
                <a:lnTo>
                  <a:pt x="503" y="0"/>
                </a:lnTo>
                <a:lnTo>
                  <a:pt x="476" y="1"/>
                </a:lnTo>
                <a:lnTo>
                  <a:pt x="451" y="3"/>
                </a:lnTo>
                <a:lnTo>
                  <a:pt x="426" y="6"/>
                </a:lnTo>
                <a:lnTo>
                  <a:pt x="401" y="10"/>
                </a:lnTo>
                <a:lnTo>
                  <a:pt x="377" y="16"/>
                </a:lnTo>
                <a:lnTo>
                  <a:pt x="353" y="22"/>
                </a:lnTo>
                <a:lnTo>
                  <a:pt x="330" y="30"/>
                </a:lnTo>
                <a:lnTo>
                  <a:pt x="307" y="39"/>
                </a:lnTo>
                <a:lnTo>
                  <a:pt x="284" y="49"/>
                </a:lnTo>
                <a:lnTo>
                  <a:pt x="263" y="60"/>
                </a:lnTo>
                <a:lnTo>
                  <a:pt x="242" y="72"/>
                </a:lnTo>
                <a:lnTo>
                  <a:pt x="222" y="85"/>
                </a:lnTo>
                <a:lnTo>
                  <a:pt x="202" y="100"/>
                </a:lnTo>
                <a:lnTo>
                  <a:pt x="183" y="115"/>
                </a:lnTo>
                <a:lnTo>
                  <a:pt x="165" y="131"/>
                </a:lnTo>
                <a:lnTo>
                  <a:pt x="147" y="147"/>
                </a:lnTo>
                <a:lnTo>
                  <a:pt x="130" y="165"/>
                </a:lnTo>
                <a:lnTo>
                  <a:pt x="114" y="183"/>
                </a:lnTo>
                <a:lnTo>
                  <a:pt x="99" y="202"/>
                </a:lnTo>
                <a:lnTo>
                  <a:pt x="86" y="222"/>
                </a:lnTo>
                <a:lnTo>
                  <a:pt x="73" y="243"/>
                </a:lnTo>
                <a:lnTo>
                  <a:pt x="61" y="264"/>
                </a:lnTo>
                <a:lnTo>
                  <a:pt x="49" y="285"/>
                </a:lnTo>
                <a:lnTo>
                  <a:pt x="39" y="307"/>
                </a:lnTo>
                <a:lnTo>
                  <a:pt x="30" y="330"/>
                </a:lnTo>
                <a:lnTo>
                  <a:pt x="23" y="354"/>
                </a:lnTo>
                <a:lnTo>
                  <a:pt x="16" y="378"/>
                </a:lnTo>
                <a:lnTo>
                  <a:pt x="10" y="402"/>
                </a:lnTo>
                <a:lnTo>
                  <a:pt x="6" y="427"/>
                </a:lnTo>
                <a:lnTo>
                  <a:pt x="3" y="452"/>
                </a:lnTo>
                <a:lnTo>
                  <a:pt x="1" y="478"/>
                </a:lnTo>
                <a:lnTo>
                  <a:pt x="0" y="504"/>
                </a:lnTo>
                <a:lnTo>
                  <a:pt x="1" y="530"/>
                </a:lnTo>
                <a:lnTo>
                  <a:pt x="3" y="555"/>
                </a:lnTo>
                <a:lnTo>
                  <a:pt x="6" y="581"/>
                </a:lnTo>
                <a:lnTo>
                  <a:pt x="10" y="606"/>
                </a:lnTo>
                <a:lnTo>
                  <a:pt x="16" y="630"/>
                </a:lnTo>
                <a:lnTo>
                  <a:pt x="23" y="654"/>
                </a:lnTo>
                <a:lnTo>
                  <a:pt x="30" y="677"/>
                </a:lnTo>
                <a:lnTo>
                  <a:pt x="39" y="700"/>
                </a:lnTo>
                <a:lnTo>
                  <a:pt x="49" y="723"/>
                </a:lnTo>
                <a:lnTo>
                  <a:pt x="61" y="744"/>
                </a:lnTo>
                <a:lnTo>
                  <a:pt x="73" y="765"/>
                </a:lnTo>
                <a:lnTo>
                  <a:pt x="86" y="786"/>
                </a:lnTo>
                <a:lnTo>
                  <a:pt x="99" y="805"/>
                </a:lnTo>
                <a:lnTo>
                  <a:pt x="114" y="824"/>
                </a:lnTo>
                <a:lnTo>
                  <a:pt x="130" y="843"/>
                </a:lnTo>
                <a:lnTo>
                  <a:pt x="147" y="861"/>
                </a:lnTo>
                <a:lnTo>
                  <a:pt x="165" y="877"/>
                </a:lnTo>
                <a:lnTo>
                  <a:pt x="183" y="893"/>
                </a:lnTo>
                <a:lnTo>
                  <a:pt x="202" y="908"/>
                </a:lnTo>
                <a:lnTo>
                  <a:pt x="222" y="922"/>
                </a:lnTo>
                <a:lnTo>
                  <a:pt x="242" y="935"/>
                </a:lnTo>
                <a:lnTo>
                  <a:pt x="263" y="948"/>
                </a:lnTo>
                <a:lnTo>
                  <a:pt x="284" y="959"/>
                </a:lnTo>
                <a:lnTo>
                  <a:pt x="307" y="969"/>
                </a:lnTo>
                <a:lnTo>
                  <a:pt x="330" y="978"/>
                </a:lnTo>
                <a:lnTo>
                  <a:pt x="353" y="985"/>
                </a:lnTo>
                <a:lnTo>
                  <a:pt x="377" y="992"/>
                </a:lnTo>
                <a:lnTo>
                  <a:pt x="401" y="998"/>
                </a:lnTo>
                <a:lnTo>
                  <a:pt x="426" y="1002"/>
                </a:lnTo>
                <a:lnTo>
                  <a:pt x="451" y="1005"/>
                </a:lnTo>
                <a:lnTo>
                  <a:pt x="476" y="1007"/>
                </a:lnTo>
                <a:lnTo>
                  <a:pt x="503" y="1008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Freeform 233"/>
          <p:cNvSpPr/>
          <p:nvPr/>
        </p:nvSpPr>
        <p:spPr bwMode="auto">
          <a:xfrm>
            <a:off x="7990840" y="2048510"/>
            <a:ext cx="33655" cy="34925"/>
          </a:xfrm>
          <a:custGeom>
            <a:avLst/>
            <a:gdLst>
              <a:gd name="T0" fmla="*/ 452 w 1006"/>
              <a:gd name="T1" fmla="*/ 3 h 1008"/>
              <a:gd name="T2" fmla="*/ 377 w 1006"/>
              <a:gd name="T3" fmla="*/ 16 h 1008"/>
              <a:gd name="T4" fmla="*/ 307 w 1006"/>
              <a:gd name="T5" fmla="*/ 39 h 1008"/>
              <a:gd name="T6" fmla="*/ 243 w 1006"/>
              <a:gd name="T7" fmla="*/ 72 h 1008"/>
              <a:gd name="T8" fmla="*/ 183 w 1006"/>
              <a:gd name="T9" fmla="*/ 115 h 1008"/>
              <a:gd name="T10" fmla="*/ 131 w 1006"/>
              <a:gd name="T11" fmla="*/ 165 h 1008"/>
              <a:gd name="T12" fmla="*/ 86 w 1006"/>
              <a:gd name="T13" fmla="*/ 222 h 1008"/>
              <a:gd name="T14" fmla="*/ 49 w 1006"/>
              <a:gd name="T15" fmla="*/ 285 h 1008"/>
              <a:gd name="T16" fmla="*/ 22 w 1006"/>
              <a:gd name="T17" fmla="*/ 354 h 1008"/>
              <a:gd name="T18" fmla="*/ 6 w 1006"/>
              <a:gd name="T19" fmla="*/ 427 h 1008"/>
              <a:gd name="T20" fmla="*/ 0 w 1006"/>
              <a:gd name="T21" fmla="*/ 504 h 1008"/>
              <a:gd name="T22" fmla="*/ 6 w 1006"/>
              <a:gd name="T23" fmla="*/ 581 h 1008"/>
              <a:gd name="T24" fmla="*/ 22 w 1006"/>
              <a:gd name="T25" fmla="*/ 654 h 1008"/>
              <a:gd name="T26" fmla="*/ 49 w 1006"/>
              <a:gd name="T27" fmla="*/ 723 h 1008"/>
              <a:gd name="T28" fmla="*/ 86 w 1006"/>
              <a:gd name="T29" fmla="*/ 786 h 1008"/>
              <a:gd name="T30" fmla="*/ 131 w 1006"/>
              <a:gd name="T31" fmla="*/ 843 h 1008"/>
              <a:gd name="T32" fmla="*/ 183 w 1006"/>
              <a:gd name="T33" fmla="*/ 893 h 1008"/>
              <a:gd name="T34" fmla="*/ 243 w 1006"/>
              <a:gd name="T35" fmla="*/ 936 h 1008"/>
              <a:gd name="T36" fmla="*/ 307 w 1006"/>
              <a:gd name="T37" fmla="*/ 969 h 1008"/>
              <a:gd name="T38" fmla="*/ 377 w 1006"/>
              <a:gd name="T39" fmla="*/ 992 h 1008"/>
              <a:gd name="T40" fmla="*/ 452 w 1006"/>
              <a:gd name="T41" fmla="*/ 1005 h 1008"/>
              <a:gd name="T42" fmla="*/ 529 w 1006"/>
              <a:gd name="T43" fmla="*/ 1007 h 1008"/>
              <a:gd name="T44" fmla="*/ 605 w 1006"/>
              <a:gd name="T45" fmla="*/ 998 h 1008"/>
              <a:gd name="T46" fmla="*/ 676 w 1006"/>
              <a:gd name="T47" fmla="*/ 978 h 1008"/>
              <a:gd name="T48" fmla="*/ 743 w 1006"/>
              <a:gd name="T49" fmla="*/ 948 h 1008"/>
              <a:gd name="T50" fmla="*/ 804 w 1006"/>
              <a:gd name="T51" fmla="*/ 908 h 1008"/>
              <a:gd name="T52" fmla="*/ 858 w 1006"/>
              <a:gd name="T53" fmla="*/ 861 h 1008"/>
              <a:gd name="T54" fmla="*/ 906 w 1006"/>
              <a:gd name="T55" fmla="*/ 805 h 1008"/>
              <a:gd name="T56" fmla="*/ 946 w 1006"/>
              <a:gd name="T57" fmla="*/ 744 h 1008"/>
              <a:gd name="T58" fmla="*/ 976 w 1006"/>
              <a:gd name="T59" fmla="*/ 677 h 1008"/>
              <a:gd name="T60" fmla="*/ 996 w 1006"/>
              <a:gd name="T61" fmla="*/ 606 h 1008"/>
              <a:gd name="T62" fmla="*/ 1005 w 1006"/>
              <a:gd name="T63" fmla="*/ 530 h 1008"/>
              <a:gd name="T64" fmla="*/ 1003 w 1006"/>
              <a:gd name="T65" fmla="*/ 453 h 1008"/>
              <a:gd name="T66" fmla="*/ 990 w 1006"/>
              <a:gd name="T67" fmla="*/ 378 h 1008"/>
              <a:gd name="T68" fmla="*/ 967 w 1006"/>
              <a:gd name="T69" fmla="*/ 307 h 1008"/>
              <a:gd name="T70" fmla="*/ 934 w 1006"/>
              <a:gd name="T71" fmla="*/ 243 h 1008"/>
              <a:gd name="T72" fmla="*/ 891 w 1006"/>
              <a:gd name="T73" fmla="*/ 183 h 1008"/>
              <a:gd name="T74" fmla="*/ 841 w 1006"/>
              <a:gd name="T75" fmla="*/ 131 h 1008"/>
              <a:gd name="T76" fmla="*/ 784 w 1006"/>
              <a:gd name="T77" fmla="*/ 86 h 1008"/>
              <a:gd name="T78" fmla="*/ 721 w 1006"/>
              <a:gd name="T79" fmla="*/ 49 h 1008"/>
              <a:gd name="T80" fmla="*/ 653 w 1006"/>
              <a:gd name="T81" fmla="*/ 22 h 1008"/>
              <a:gd name="T82" fmla="*/ 580 w 1006"/>
              <a:gd name="T83" fmla="*/ 6 h 1008"/>
              <a:gd name="T84" fmla="*/ 503 w 1006"/>
              <a:gd name="T85" fmla="*/ 0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06" h="1008">
                <a:moveTo>
                  <a:pt x="503" y="0"/>
                </a:moveTo>
                <a:lnTo>
                  <a:pt x="477" y="1"/>
                </a:lnTo>
                <a:lnTo>
                  <a:pt x="452" y="3"/>
                </a:lnTo>
                <a:lnTo>
                  <a:pt x="427" y="6"/>
                </a:lnTo>
                <a:lnTo>
                  <a:pt x="401" y="10"/>
                </a:lnTo>
                <a:lnTo>
                  <a:pt x="377" y="16"/>
                </a:lnTo>
                <a:lnTo>
                  <a:pt x="353" y="22"/>
                </a:lnTo>
                <a:lnTo>
                  <a:pt x="330" y="30"/>
                </a:lnTo>
                <a:lnTo>
                  <a:pt x="307" y="39"/>
                </a:lnTo>
                <a:lnTo>
                  <a:pt x="285" y="49"/>
                </a:lnTo>
                <a:lnTo>
                  <a:pt x="264" y="60"/>
                </a:lnTo>
                <a:lnTo>
                  <a:pt x="243" y="72"/>
                </a:lnTo>
                <a:lnTo>
                  <a:pt x="221" y="86"/>
                </a:lnTo>
                <a:lnTo>
                  <a:pt x="202" y="100"/>
                </a:lnTo>
                <a:lnTo>
                  <a:pt x="183" y="115"/>
                </a:lnTo>
                <a:lnTo>
                  <a:pt x="165" y="131"/>
                </a:lnTo>
                <a:lnTo>
                  <a:pt x="147" y="147"/>
                </a:lnTo>
                <a:lnTo>
                  <a:pt x="131" y="165"/>
                </a:lnTo>
                <a:lnTo>
                  <a:pt x="115" y="183"/>
                </a:lnTo>
                <a:lnTo>
                  <a:pt x="100" y="203"/>
                </a:lnTo>
                <a:lnTo>
                  <a:pt x="86" y="222"/>
                </a:lnTo>
                <a:lnTo>
                  <a:pt x="73" y="243"/>
                </a:lnTo>
                <a:lnTo>
                  <a:pt x="60" y="263"/>
                </a:lnTo>
                <a:lnTo>
                  <a:pt x="49" y="285"/>
                </a:lnTo>
                <a:lnTo>
                  <a:pt x="39" y="307"/>
                </a:lnTo>
                <a:lnTo>
                  <a:pt x="30" y="331"/>
                </a:lnTo>
                <a:lnTo>
                  <a:pt x="22" y="354"/>
                </a:lnTo>
                <a:lnTo>
                  <a:pt x="16" y="378"/>
                </a:lnTo>
                <a:lnTo>
                  <a:pt x="10" y="402"/>
                </a:lnTo>
                <a:lnTo>
                  <a:pt x="6" y="427"/>
                </a:lnTo>
                <a:lnTo>
                  <a:pt x="3" y="453"/>
                </a:lnTo>
                <a:lnTo>
                  <a:pt x="1" y="478"/>
                </a:lnTo>
                <a:lnTo>
                  <a:pt x="0" y="504"/>
                </a:lnTo>
                <a:lnTo>
                  <a:pt x="1" y="530"/>
                </a:lnTo>
                <a:lnTo>
                  <a:pt x="3" y="555"/>
                </a:lnTo>
                <a:lnTo>
                  <a:pt x="6" y="581"/>
                </a:lnTo>
                <a:lnTo>
                  <a:pt x="10" y="606"/>
                </a:lnTo>
                <a:lnTo>
                  <a:pt x="16" y="630"/>
                </a:lnTo>
                <a:lnTo>
                  <a:pt x="22" y="654"/>
                </a:lnTo>
                <a:lnTo>
                  <a:pt x="30" y="677"/>
                </a:lnTo>
                <a:lnTo>
                  <a:pt x="39" y="701"/>
                </a:lnTo>
                <a:lnTo>
                  <a:pt x="49" y="723"/>
                </a:lnTo>
                <a:lnTo>
                  <a:pt x="60" y="744"/>
                </a:lnTo>
                <a:lnTo>
                  <a:pt x="73" y="765"/>
                </a:lnTo>
                <a:lnTo>
                  <a:pt x="86" y="786"/>
                </a:lnTo>
                <a:lnTo>
                  <a:pt x="100" y="805"/>
                </a:lnTo>
                <a:lnTo>
                  <a:pt x="115" y="825"/>
                </a:lnTo>
                <a:lnTo>
                  <a:pt x="131" y="843"/>
                </a:lnTo>
                <a:lnTo>
                  <a:pt x="147" y="861"/>
                </a:lnTo>
                <a:lnTo>
                  <a:pt x="165" y="877"/>
                </a:lnTo>
                <a:lnTo>
                  <a:pt x="183" y="893"/>
                </a:lnTo>
                <a:lnTo>
                  <a:pt x="202" y="908"/>
                </a:lnTo>
                <a:lnTo>
                  <a:pt x="221" y="922"/>
                </a:lnTo>
                <a:lnTo>
                  <a:pt x="243" y="936"/>
                </a:lnTo>
                <a:lnTo>
                  <a:pt x="264" y="948"/>
                </a:lnTo>
                <a:lnTo>
                  <a:pt x="285" y="959"/>
                </a:lnTo>
                <a:lnTo>
                  <a:pt x="307" y="969"/>
                </a:lnTo>
                <a:lnTo>
                  <a:pt x="330" y="978"/>
                </a:lnTo>
                <a:lnTo>
                  <a:pt x="353" y="986"/>
                </a:lnTo>
                <a:lnTo>
                  <a:pt x="377" y="992"/>
                </a:lnTo>
                <a:lnTo>
                  <a:pt x="401" y="998"/>
                </a:lnTo>
                <a:lnTo>
                  <a:pt x="427" y="1002"/>
                </a:lnTo>
                <a:lnTo>
                  <a:pt x="452" y="1005"/>
                </a:lnTo>
                <a:lnTo>
                  <a:pt x="477" y="1007"/>
                </a:lnTo>
                <a:lnTo>
                  <a:pt x="503" y="1008"/>
                </a:lnTo>
                <a:lnTo>
                  <a:pt x="529" y="1007"/>
                </a:lnTo>
                <a:lnTo>
                  <a:pt x="554" y="1005"/>
                </a:lnTo>
                <a:lnTo>
                  <a:pt x="580" y="1002"/>
                </a:lnTo>
                <a:lnTo>
                  <a:pt x="605" y="998"/>
                </a:lnTo>
                <a:lnTo>
                  <a:pt x="629" y="992"/>
                </a:lnTo>
                <a:lnTo>
                  <a:pt x="653" y="986"/>
                </a:lnTo>
                <a:lnTo>
                  <a:pt x="676" y="978"/>
                </a:lnTo>
                <a:lnTo>
                  <a:pt x="699" y="969"/>
                </a:lnTo>
                <a:lnTo>
                  <a:pt x="721" y="959"/>
                </a:lnTo>
                <a:lnTo>
                  <a:pt x="743" y="948"/>
                </a:lnTo>
                <a:lnTo>
                  <a:pt x="764" y="936"/>
                </a:lnTo>
                <a:lnTo>
                  <a:pt x="784" y="922"/>
                </a:lnTo>
                <a:lnTo>
                  <a:pt x="804" y="908"/>
                </a:lnTo>
                <a:lnTo>
                  <a:pt x="823" y="893"/>
                </a:lnTo>
                <a:lnTo>
                  <a:pt x="841" y="877"/>
                </a:lnTo>
                <a:lnTo>
                  <a:pt x="858" y="861"/>
                </a:lnTo>
                <a:lnTo>
                  <a:pt x="875" y="843"/>
                </a:lnTo>
                <a:lnTo>
                  <a:pt x="891" y="825"/>
                </a:lnTo>
                <a:lnTo>
                  <a:pt x="906" y="805"/>
                </a:lnTo>
                <a:lnTo>
                  <a:pt x="921" y="786"/>
                </a:lnTo>
                <a:lnTo>
                  <a:pt x="934" y="765"/>
                </a:lnTo>
                <a:lnTo>
                  <a:pt x="946" y="744"/>
                </a:lnTo>
                <a:lnTo>
                  <a:pt x="957" y="723"/>
                </a:lnTo>
                <a:lnTo>
                  <a:pt x="967" y="701"/>
                </a:lnTo>
                <a:lnTo>
                  <a:pt x="976" y="677"/>
                </a:lnTo>
                <a:lnTo>
                  <a:pt x="983" y="654"/>
                </a:lnTo>
                <a:lnTo>
                  <a:pt x="990" y="630"/>
                </a:lnTo>
                <a:lnTo>
                  <a:pt x="996" y="606"/>
                </a:lnTo>
                <a:lnTo>
                  <a:pt x="1000" y="581"/>
                </a:lnTo>
                <a:lnTo>
                  <a:pt x="1003" y="555"/>
                </a:lnTo>
                <a:lnTo>
                  <a:pt x="1005" y="530"/>
                </a:lnTo>
                <a:lnTo>
                  <a:pt x="1006" y="504"/>
                </a:lnTo>
                <a:lnTo>
                  <a:pt x="1005" y="478"/>
                </a:lnTo>
                <a:lnTo>
                  <a:pt x="1003" y="453"/>
                </a:lnTo>
                <a:lnTo>
                  <a:pt x="1000" y="427"/>
                </a:lnTo>
                <a:lnTo>
                  <a:pt x="996" y="402"/>
                </a:lnTo>
                <a:lnTo>
                  <a:pt x="990" y="378"/>
                </a:lnTo>
                <a:lnTo>
                  <a:pt x="983" y="354"/>
                </a:lnTo>
                <a:lnTo>
                  <a:pt x="976" y="331"/>
                </a:lnTo>
                <a:lnTo>
                  <a:pt x="967" y="307"/>
                </a:lnTo>
                <a:lnTo>
                  <a:pt x="957" y="285"/>
                </a:lnTo>
                <a:lnTo>
                  <a:pt x="946" y="263"/>
                </a:lnTo>
                <a:lnTo>
                  <a:pt x="934" y="243"/>
                </a:lnTo>
                <a:lnTo>
                  <a:pt x="921" y="222"/>
                </a:lnTo>
                <a:lnTo>
                  <a:pt x="906" y="203"/>
                </a:lnTo>
                <a:lnTo>
                  <a:pt x="891" y="183"/>
                </a:lnTo>
                <a:lnTo>
                  <a:pt x="875" y="165"/>
                </a:lnTo>
                <a:lnTo>
                  <a:pt x="858" y="147"/>
                </a:lnTo>
                <a:lnTo>
                  <a:pt x="841" y="131"/>
                </a:lnTo>
                <a:lnTo>
                  <a:pt x="823" y="115"/>
                </a:lnTo>
                <a:lnTo>
                  <a:pt x="804" y="100"/>
                </a:lnTo>
                <a:lnTo>
                  <a:pt x="784" y="86"/>
                </a:lnTo>
                <a:lnTo>
                  <a:pt x="764" y="72"/>
                </a:lnTo>
                <a:lnTo>
                  <a:pt x="743" y="60"/>
                </a:lnTo>
                <a:lnTo>
                  <a:pt x="721" y="49"/>
                </a:lnTo>
                <a:lnTo>
                  <a:pt x="699" y="39"/>
                </a:lnTo>
                <a:lnTo>
                  <a:pt x="676" y="30"/>
                </a:lnTo>
                <a:lnTo>
                  <a:pt x="653" y="22"/>
                </a:lnTo>
                <a:lnTo>
                  <a:pt x="629" y="16"/>
                </a:lnTo>
                <a:lnTo>
                  <a:pt x="605" y="10"/>
                </a:lnTo>
                <a:lnTo>
                  <a:pt x="580" y="6"/>
                </a:lnTo>
                <a:lnTo>
                  <a:pt x="554" y="3"/>
                </a:lnTo>
                <a:lnTo>
                  <a:pt x="529" y="1"/>
                </a:lnTo>
                <a:lnTo>
                  <a:pt x="503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3691255" y="1858645"/>
            <a:ext cx="820420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根据企业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通用能力素质模型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应届生岗位的基本任职要求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，结合各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部门用人的任职标准差异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；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通过设计面试流程，在各个环节对应届毕业生进行考核选拔，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通过层层筛选，最终选拔出适合本岗位的员工。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核心：人岗匹配</a:t>
            </a:r>
            <a:endParaRPr lang="zh-CN" altLang="en-US" sz="48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66875" y="692150"/>
            <a:ext cx="380682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HR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组织校园招聘选拔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逻辑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2" name="圆角矩形 31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任意多边形 47"/>
          <p:cNvSpPr/>
          <p:nvPr/>
        </p:nvSpPr>
        <p:spPr>
          <a:xfrm flipV="1">
            <a:off x="1852930" y="4827905"/>
            <a:ext cx="598805" cy="188595"/>
          </a:xfrm>
          <a:custGeom>
            <a:avLst/>
            <a:gdLst>
              <a:gd name="connsiteX0" fmla="*/ 30396 w 1187960"/>
              <a:gd name="connsiteY0" fmla="*/ 339417 h 339417"/>
              <a:gd name="connsiteX1" fmla="*/ 1157564 w 1187960"/>
              <a:gd name="connsiteY1" fmla="*/ 339417 h 339417"/>
              <a:gd name="connsiteX2" fmla="*/ 1187960 w 1187960"/>
              <a:gd name="connsiteY2" fmla="*/ 309021 h 339417"/>
              <a:gd name="connsiteX3" fmla="*/ 1157564 w 1187960"/>
              <a:gd name="connsiteY3" fmla="*/ 278625 h 339417"/>
              <a:gd name="connsiteX4" fmla="*/ 1137302 w 1187960"/>
              <a:gd name="connsiteY4" fmla="*/ 278625 h 339417"/>
              <a:gd name="connsiteX5" fmla="*/ 1005889 w 1187960"/>
              <a:gd name="connsiteY5" fmla="*/ 119049 h 339417"/>
              <a:gd name="connsiteX6" fmla="*/ 967190 w 1187960"/>
              <a:gd name="connsiteY6" fmla="*/ 119049 h 339417"/>
              <a:gd name="connsiteX7" fmla="*/ 972721 w 1187960"/>
              <a:gd name="connsiteY7" fmla="*/ 110845 h 339417"/>
              <a:gd name="connsiteX8" fmla="*/ 978991 w 1187960"/>
              <a:gd name="connsiteY8" fmla="*/ 79788 h 339417"/>
              <a:gd name="connsiteX9" fmla="*/ 899203 w 1187960"/>
              <a:gd name="connsiteY9" fmla="*/ 0 h 339417"/>
              <a:gd name="connsiteX10" fmla="*/ 288757 w 1187960"/>
              <a:gd name="connsiteY10" fmla="*/ 0 h 339417"/>
              <a:gd name="connsiteX11" fmla="*/ 208969 w 1187960"/>
              <a:gd name="connsiteY11" fmla="*/ 79788 h 339417"/>
              <a:gd name="connsiteX12" fmla="*/ 215239 w 1187960"/>
              <a:gd name="connsiteY12" fmla="*/ 110845 h 339417"/>
              <a:gd name="connsiteX13" fmla="*/ 220770 w 1187960"/>
              <a:gd name="connsiteY13" fmla="*/ 119049 h 339417"/>
              <a:gd name="connsiteX14" fmla="*/ 182071 w 1187960"/>
              <a:gd name="connsiteY14" fmla="*/ 119049 h 339417"/>
              <a:gd name="connsiteX15" fmla="*/ 50659 w 1187960"/>
              <a:gd name="connsiteY15" fmla="*/ 278625 h 339417"/>
              <a:gd name="connsiteX16" fmla="*/ 30396 w 1187960"/>
              <a:gd name="connsiteY16" fmla="*/ 278625 h 339417"/>
              <a:gd name="connsiteX17" fmla="*/ 0 w 1187960"/>
              <a:gd name="connsiteY17" fmla="*/ 309021 h 339417"/>
              <a:gd name="connsiteX18" fmla="*/ 30396 w 1187960"/>
              <a:gd name="connsiteY18" fmla="*/ 339417 h 33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87960" h="339417">
                <a:moveTo>
                  <a:pt x="30396" y="339417"/>
                </a:moveTo>
                <a:lnTo>
                  <a:pt x="1157564" y="339417"/>
                </a:lnTo>
                <a:cubicBezTo>
                  <a:pt x="1174351" y="339417"/>
                  <a:pt x="1187960" y="325808"/>
                  <a:pt x="1187960" y="309021"/>
                </a:cubicBezTo>
                <a:cubicBezTo>
                  <a:pt x="1187960" y="292234"/>
                  <a:pt x="1174351" y="278625"/>
                  <a:pt x="1157564" y="278625"/>
                </a:cubicBezTo>
                <a:lnTo>
                  <a:pt x="1137302" y="278625"/>
                </a:lnTo>
                <a:lnTo>
                  <a:pt x="1005889" y="119049"/>
                </a:lnTo>
                <a:lnTo>
                  <a:pt x="967190" y="119049"/>
                </a:lnTo>
                <a:lnTo>
                  <a:pt x="972721" y="110845"/>
                </a:lnTo>
                <a:cubicBezTo>
                  <a:pt x="976759" y="101299"/>
                  <a:pt x="978991" y="90804"/>
                  <a:pt x="978991" y="79788"/>
                </a:cubicBezTo>
                <a:cubicBezTo>
                  <a:pt x="978991" y="35722"/>
                  <a:pt x="943269" y="0"/>
                  <a:pt x="899203" y="0"/>
                </a:cubicBezTo>
                <a:lnTo>
                  <a:pt x="288757" y="0"/>
                </a:lnTo>
                <a:cubicBezTo>
                  <a:pt x="244691" y="0"/>
                  <a:pt x="208969" y="35722"/>
                  <a:pt x="208969" y="79788"/>
                </a:cubicBezTo>
                <a:cubicBezTo>
                  <a:pt x="208969" y="90804"/>
                  <a:pt x="211202" y="101299"/>
                  <a:pt x="215239" y="110845"/>
                </a:cubicBezTo>
                <a:lnTo>
                  <a:pt x="220770" y="119049"/>
                </a:lnTo>
                <a:lnTo>
                  <a:pt x="182071" y="119049"/>
                </a:lnTo>
                <a:lnTo>
                  <a:pt x="50659" y="278625"/>
                </a:lnTo>
                <a:lnTo>
                  <a:pt x="30396" y="278625"/>
                </a:lnTo>
                <a:cubicBezTo>
                  <a:pt x="13609" y="278625"/>
                  <a:pt x="0" y="292234"/>
                  <a:pt x="0" y="309021"/>
                </a:cubicBezTo>
                <a:cubicBezTo>
                  <a:pt x="0" y="325808"/>
                  <a:pt x="13609" y="339417"/>
                  <a:pt x="30396" y="339417"/>
                </a:cubicBez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圆角矩形 48"/>
          <p:cNvSpPr/>
          <p:nvPr/>
        </p:nvSpPr>
        <p:spPr>
          <a:xfrm>
            <a:off x="1852930" y="4742180"/>
            <a:ext cx="598805" cy="64770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圆角矩形 49"/>
          <p:cNvSpPr/>
          <p:nvPr/>
        </p:nvSpPr>
        <p:spPr>
          <a:xfrm>
            <a:off x="1852930" y="4653280"/>
            <a:ext cx="598805" cy="64770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圆角矩形 50"/>
          <p:cNvSpPr/>
          <p:nvPr/>
        </p:nvSpPr>
        <p:spPr>
          <a:xfrm>
            <a:off x="1852930" y="4564380"/>
            <a:ext cx="598805" cy="64770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圆角矩形 51"/>
          <p:cNvSpPr/>
          <p:nvPr/>
        </p:nvSpPr>
        <p:spPr>
          <a:xfrm>
            <a:off x="1852930" y="4476115"/>
            <a:ext cx="598805" cy="64770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任意多边形 52"/>
          <p:cNvSpPr/>
          <p:nvPr/>
        </p:nvSpPr>
        <p:spPr>
          <a:xfrm rot="10800000" flipV="1">
            <a:off x="1465580" y="2933700"/>
            <a:ext cx="1384935" cy="425450"/>
          </a:xfrm>
          <a:custGeom>
            <a:avLst/>
            <a:gdLst>
              <a:gd name="connsiteX0" fmla="*/ 2801151 w 2801151"/>
              <a:gd name="connsiteY0" fmla="*/ 0 h 766496"/>
              <a:gd name="connsiteX1" fmla="*/ 0 w 2801151"/>
              <a:gd name="connsiteY1" fmla="*/ 335391 h 766496"/>
              <a:gd name="connsiteX2" fmla="*/ 86866 w 2801151"/>
              <a:gd name="connsiteY2" fmla="*/ 622551 h 766496"/>
              <a:gd name="connsiteX3" fmla="*/ 2801151 w 2801151"/>
              <a:gd name="connsiteY3" fmla="*/ 766496 h 766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1151" h="766496">
                <a:moveTo>
                  <a:pt x="2801151" y="0"/>
                </a:moveTo>
                <a:lnTo>
                  <a:pt x="0" y="335391"/>
                </a:lnTo>
                <a:lnTo>
                  <a:pt x="86866" y="622551"/>
                </a:lnTo>
                <a:lnTo>
                  <a:pt x="2801151" y="766496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任意多边形 53"/>
          <p:cNvSpPr/>
          <p:nvPr/>
        </p:nvSpPr>
        <p:spPr>
          <a:xfrm rot="2600785">
            <a:off x="2179320" y="2416175"/>
            <a:ext cx="441960" cy="320040"/>
          </a:xfrm>
          <a:custGeom>
            <a:avLst/>
            <a:gdLst>
              <a:gd name="connsiteX0" fmla="*/ 2923712 w 2923712"/>
              <a:gd name="connsiteY0" fmla="*/ 0 h 781712"/>
              <a:gd name="connsiteX1" fmla="*/ 2811363 w 2923712"/>
              <a:gd name="connsiteY1" fmla="*/ 781712 h 781712"/>
              <a:gd name="connsiteX2" fmla="*/ 86866 w 2923712"/>
              <a:gd name="connsiteY2" fmla="*/ 637226 h 781712"/>
              <a:gd name="connsiteX3" fmla="*/ 0 w 2923712"/>
              <a:gd name="connsiteY3" fmla="*/ 350066 h 78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3712" h="781712">
                <a:moveTo>
                  <a:pt x="2923712" y="0"/>
                </a:moveTo>
                <a:lnTo>
                  <a:pt x="2811363" y="781712"/>
                </a:lnTo>
                <a:lnTo>
                  <a:pt x="86866" y="637226"/>
                </a:lnTo>
                <a:lnTo>
                  <a:pt x="0" y="350066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 54"/>
          <p:cNvSpPr/>
          <p:nvPr/>
        </p:nvSpPr>
        <p:spPr>
          <a:xfrm rot="19540161">
            <a:off x="1421130" y="3041015"/>
            <a:ext cx="1474470" cy="433705"/>
          </a:xfrm>
          <a:custGeom>
            <a:avLst/>
            <a:gdLst>
              <a:gd name="connsiteX0" fmla="*/ 2923712 w 2923712"/>
              <a:gd name="connsiteY0" fmla="*/ 0 h 781712"/>
              <a:gd name="connsiteX1" fmla="*/ 2811363 w 2923712"/>
              <a:gd name="connsiteY1" fmla="*/ 781712 h 781712"/>
              <a:gd name="connsiteX2" fmla="*/ 86866 w 2923712"/>
              <a:gd name="connsiteY2" fmla="*/ 637226 h 781712"/>
              <a:gd name="connsiteX3" fmla="*/ 0 w 2923712"/>
              <a:gd name="connsiteY3" fmla="*/ 350066 h 78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3712" h="781712">
                <a:moveTo>
                  <a:pt x="2923712" y="0"/>
                </a:moveTo>
                <a:lnTo>
                  <a:pt x="2811363" y="781712"/>
                </a:lnTo>
                <a:lnTo>
                  <a:pt x="86866" y="637226"/>
                </a:lnTo>
                <a:lnTo>
                  <a:pt x="0" y="350066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任意多边形 55"/>
          <p:cNvSpPr/>
          <p:nvPr/>
        </p:nvSpPr>
        <p:spPr>
          <a:xfrm rot="1009421">
            <a:off x="1510665" y="3766820"/>
            <a:ext cx="1075690" cy="211455"/>
          </a:xfrm>
          <a:custGeom>
            <a:avLst/>
            <a:gdLst>
              <a:gd name="connsiteX0" fmla="*/ 0 w 2133105"/>
              <a:gd name="connsiteY0" fmla="*/ 180354 h 380129"/>
              <a:gd name="connsiteX1" fmla="*/ 2133105 w 2133105"/>
              <a:gd name="connsiteY1" fmla="*/ 0 h 380129"/>
              <a:gd name="connsiteX2" fmla="*/ 1847871 w 2133105"/>
              <a:gd name="connsiteY2" fmla="*/ 380129 h 380129"/>
              <a:gd name="connsiteX3" fmla="*/ 132140 w 2133105"/>
              <a:gd name="connsiteY3" fmla="*/ 315878 h 380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105" h="380129">
                <a:moveTo>
                  <a:pt x="0" y="180354"/>
                </a:moveTo>
                <a:lnTo>
                  <a:pt x="2133105" y="0"/>
                </a:lnTo>
                <a:lnTo>
                  <a:pt x="1847871" y="380129"/>
                </a:lnTo>
                <a:lnTo>
                  <a:pt x="132140" y="315878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任意多边形 56"/>
          <p:cNvSpPr/>
          <p:nvPr/>
        </p:nvSpPr>
        <p:spPr>
          <a:xfrm rot="19783485">
            <a:off x="1583055" y="3491865"/>
            <a:ext cx="1418590" cy="229870"/>
          </a:xfrm>
          <a:custGeom>
            <a:avLst/>
            <a:gdLst>
              <a:gd name="connsiteX0" fmla="*/ 2813669 w 2813669"/>
              <a:gd name="connsiteY0" fmla="*/ 0 h 414220"/>
              <a:gd name="connsiteX1" fmla="*/ 2541104 w 2813669"/>
              <a:gd name="connsiteY1" fmla="*/ 414220 h 414220"/>
              <a:gd name="connsiteX2" fmla="*/ 77909 w 2813669"/>
              <a:gd name="connsiteY2" fmla="*/ 339594 h 414220"/>
              <a:gd name="connsiteX3" fmla="*/ 0 w 2813669"/>
              <a:gd name="connsiteY3" fmla="*/ 192460 h 414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3669" h="414220">
                <a:moveTo>
                  <a:pt x="2813669" y="0"/>
                </a:moveTo>
                <a:lnTo>
                  <a:pt x="2541104" y="414220"/>
                </a:lnTo>
                <a:lnTo>
                  <a:pt x="77909" y="339594"/>
                </a:lnTo>
                <a:lnTo>
                  <a:pt x="0" y="192460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任意多边形 57"/>
          <p:cNvSpPr/>
          <p:nvPr/>
        </p:nvSpPr>
        <p:spPr>
          <a:xfrm rot="1325021">
            <a:off x="1630680" y="4164965"/>
            <a:ext cx="859155" cy="90805"/>
          </a:xfrm>
          <a:custGeom>
            <a:avLst/>
            <a:gdLst>
              <a:gd name="connsiteX0" fmla="*/ 0 w 1718891"/>
              <a:gd name="connsiteY0" fmla="*/ 0 h 163142"/>
              <a:gd name="connsiteX1" fmla="*/ 1718891 w 1718891"/>
              <a:gd name="connsiteY1" fmla="*/ 0 h 163142"/>
              <a:gd name="connsiteX2" fmla="*/ 1688795 w 1718891"/>
              <a:gd name="connsiteY2" fmla="*/ 118926 h 163142"/>
              <a:gd name="connsiteX3" fmla="*/ 1679016 w 1718891"/>
              <a:gd name="connsiteY3" fmla="*/ 130381 h 163142"/>
              <a:gd name="connsiteX4" fmla="*/ 484391 w 1718891"/>
              <a:gd name="connsiteY4" fmla="*/ 163142 h 163142"/>
              <a:gd name="connsiteX5" fmla="*/ 121926 w 1718891"/>
              <a:gd name="connsiteY5" fmla="*/ 163142 h 16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8891" h="163142">
                <a:moveTo>
                  <a:pt x="0" y="0"/>
                </a:moveTo>
                <a:lnTo>
                  <a:pt x="1718891" y="0"/>
                </a:lnTo>
                <a:lnTo>
                  <a:pt x="1688795" y="118926"/>
                </a:lnTo>
                <a:lnTo>
                  <a:pt x="1679016" y="130381"/>
                </a:lnTo>
                <a:lnTo>
                  <a:pt x="484391" y="163142"/>
                </a:lnTo>
                <a:lnTo>
                  <a:pt x="121926" y="163142"/>
                </a:lnTo>
                <a:close/>
              </a:path>
            </a:pathLst>
          </a:custGeom>
          <a:solidFill>
            <a:srgbClr val="2CC6D2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 58"/>
          <p:cNvSpPr/>
          <p:nvPr/>
        </p:nvSpPr>
        <p:spPr>
          <a:xfrm rot="20441893">
            <a:off x="1755775" y="4094480"/>
            <a:ext cx="885825" cy="179070"/>
          </a:xfrm>
          <a:custGeom>
            <a:avLst/>
            <a:gdLst>
              <a:gd name="connsiteX0" fmla="*/ 1759448 w 1759448"/>
              <a:gd name="connsiteY0" fmla="*/ 0 h 331019"/>
              <a:gd name="connsiteX1" fmla="*/ 1524819 w 1759448"/>
              <a:gd name="connsiteY1" fmla="*/ 331019 h 331019"/>
              <a:gd name="connsiteX2" fmla="*/ 46507 w 1759448"/>
              <a:gd name="connsiteY2" fmla="*/ 272413 h 331019"/>
              <a:gd name="connsiteX3" fmla="*/ 0 w 1759448"/>
              <a:gd name="connsiteY3" fmla="*/ 157482 h 33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9448" h="331019">
                <a:moveTo>
                  <a:pt x="1759448" y="0"/>
                </a:moveTo>
                <a:lnTo>
                  <a:pt x="1524819" y="331019"/>
                </a:lnTo>
                <a:lnTo>
                  <a:pt x="46507" y="272413"/>
                </a:lnTo>
                <a:lnTo>
                  <a:pt x="0" y="157482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任意多边形 59"/>
          <p:cNvSpPr/>
          <p:nvPr/>
        </p:nvSpPr>
        <p:spPr>
          <a:xfrm>
            <a:off x="1779270" y="4344035"/>
            <a:ext cx="702310" cy="68580"/>
          </a:xfrm>
          <a:custGeom>
            <a:avLst/>
            <a:gdLst>
              <a:gd name="connsiteX0" fmla="*/ 0 w 1403932"/>
              <a:gd name="connsiteY0" fmla="*/ 0 h 102584"/>
              <a:gd name="connsiteX1" fmla="*/ 1403932 w 1403932"/>
              <a:gd name="connsiteY1" fmla="*/ 0 h 102584"/>
              <a:gd name="connsiteX2" fmla="*/ 1403932 w 1403932"/>
              <a:gd name="connsiteY2" fmla="*/ 5111 h 102584"/>
              <a:gd name="connsiteX3" fmla="*/ 1299756 w 1403932"/>
              <a:gd name="connsiteY3" fmla="*/ 102584 h 102584"/>
              <a:gd name="connsiteX4" fmla="*/ 95984 w 1403932"/>
              <a:gd name="connsiteY4" fmla="*/ 102584 h 102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3932" h="102584">
                <a:moveTo>
                  <a:pt x="0" y="0"/>
                </a:moveTo>
                <a:lnTo>
                  <a:pt x="1403932" y="0"/>
                </a:lnTo>
                <a:lnTo>
                  <a:pt x="1403932" y="5111"/>
                </a:lnTo>
                <a:lnTo>
                  <a:pt x="1299756" y="102584"/>
                </a:lnTo>
                <a:lnTo>
                  <a:pt x="95984" y="102584"/>
                </a:lnTo>
                <a:close/>
              </a:path>
            </a:pathLst>
          </a:cu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梯形 22"/>
          <p:cNvSpPr/>
          <p:nvPr/>
        </p:nvSpPr>
        <p:spPr>
          <a:xfrm rot="18771027">
            <a:off x="1109345" y="2633345"/>
            <a:ext cx="1312545" cy="278765"/>
          </a:xfrm>
          <a:prstGeom prst="trapezoid">
            <a:avLst>
              <a:gd name="adj" fmla="val 98312"/>
            </a:avLst>
          </a:prstGeom>
          <a:solidFill>
            <a:srgbClr val="2CC6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/>
        </p:nvSpPr>
        <p:spPr>
          <a:xfrm>
            <a:off x="7263869" y="2552668"/>
            <a:ext cx="4535424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﹡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知识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﹡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专业技能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326211" y="1927338"/>
            <a:ext cx="2771877" cy="58734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容易被观测</a:t>
            </a:r>
            <a:endParaRPr kumimoji="0" lang="zh-CN" altLang="en-US" sz="2400" b="0" i="0" u="none" strike="noStrike" kern="0" cap="none" spc="3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7263869" y="4082711"/>
            <a:ext cx="4535424" cy="1351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﹡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综合能力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﹡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个性特征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﹡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动机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﹡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价值观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7326211" y="3457381"/>
            <a:ext cx="3593521" cy="58734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不容易被观测和改变</a:t>
            </a:r>
            <a:endParaRPr kumimoji="0" lang="zh-CN" altLang="en-US" sz="2400" b="0" i="0" u="none" strike="noStrike" kern="0" cap="none" spc="3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666993" y="697230"/>
            <a:ext cx="4806763" cy="58734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招聘面试的理论基础：冰山模型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45" name="圆角矩形 44"/>
          <p:cNvSpPr/>
          <p:nvPr/>
        </p:nvSpPr>
        <p:spPr>
          <a:xfrm rot="2700000">
            <a:off x="719214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圆角矩形 45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049" y="1838561"/>
            <a:ext cx="5867238" cy="384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00"/>
                            </p:stCondLst>
                            <p:childTnLst>
                              <p:par>
                                <p:cTn id="1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49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142" grpId="0"/>
      <p:bldP spid="1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/>
        </p:nvSpPr>
        <p:spPr>
          <a:xfrm>
            <a:off x="1666993" y="692150"/>
            <a:ext cx="5057364" cy="58734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校园招聘常规流程及考核点介绍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92" name="圆角矩形 91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3" name="圆角矩形 9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63705" y="9988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63705" y="998806"/>
          <a:ext cx="6165850" cy="56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Visio" r:id="rId1" imgW="9996805" imgH="7808595" progId="Visio.Drawing.11">
                  <p:embed/>
                </p:oleObj>
              </mc:Choice>
              <mc:Fallback>
                <p:oleObj name="Visio" r:id="rId1" imgW="9996805" imgH="780859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705" y="998806"/>
                        <a:ext cx="6165850" cy="560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9548446" y="5859194"/>
            <a:ext cx="1852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【</a:t>
            </a:r>
            <a:r>
              <a:rPr lang="zh-CN" altLang="en-US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美的集团案例</a:t>
            </a:r>
            <a:r>
              <a:rPr lang="en-US" altLang="zh-CN" sz="18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】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664335" y="668655"/>
            <a:ext cx="4965700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网申，打响求职之战的第一枪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2" name="圆角矩形 31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07146" y="1538317"/>
            <a:ext cx="8938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思考题：</a:t>
            </a:r>
            <a:endParaRPr lang="zh-CN" altLang="en-US" sz="20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7146" y="2078118"/>
            <a:ext cx="8292475" cy="43230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200000"/>
              </a:lnSpc>
            </a:pP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：某本地律所（规模和待遇中等偏上）招聘英语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律师助理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人，收到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份简历，怎么筛选？</a:t>
            </a:r>
            <a:endParaRPr lang="zh-CN" altLang="en-US" sz="1400" b="1" i="1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b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400" b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告诉你：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不在简历环节过多筛选，全部阅读一遍，挑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5-10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人面试，会优先考虑性别、籍贯。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：赛力斯新能源汽车板块，海外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销售和国际法务助理各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人，收到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份简历，怎么筛选？</a:t>
            </a:r>
            <a:endParaRPr lang="zh-CN" altLang="en-US" sz="1400" b="1" i="1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b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400" b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告诉你： </a:t>
            </a:r>
            <a:endParaRPr lang="en-US" altLang="zh-CN" sz="1400" b="1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、排序：专业、学校、最高学历、相关经历与奖项、其他考虑因素，前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个因素筛掉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的候选人；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、剩下的约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人有机会进入面试，技术岗有可能通过笔试或在线测试进行筛选；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、约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50-100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人能进入面试环节。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字节跳动，英语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客服专员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人，收到</a:t>
            </a:r>
            <a:r>
              <a:rPr lang="en-US" altLang="zh-CN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sz="1400" b="1" i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份简历，怎么筛选？</a:t>
            </a:r>
            <a:endParaRPr lang="zh-CN" altLang="en-US" sz="1400" b="1" i="1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b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400" b="1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告诉你：</a:t>
            </a:r>
            <a:endParaRPr lang="en-US" altLang="zh-CN" sz="1400" b="1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、排序：学校、最高学历、专业、经历奖项和其他考虑因素，前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个因素筛掉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的候选人；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、约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人有机会进入面试，一般通过在线笔试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行测、逻辑题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筛掉部分；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、剩下</a:t>
            </a:r>
            <a:r>
              <a:rPr lang="en-US" altLang="zh-CN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50-100</a:t>
            </a:r>
            <a:r>
              <a:rPr lang="zh-CN" altLang="en-US" sz="1400" dirty="0">
                <a:solidFill>
                  <a:srgbClr val="242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人的通过群体面试和结构化面试进行筛选。</a:t>
            </a:r>
            <a:endParaRPr lang="en-US" altLang="zh-CN" sz="1400" dirty="0">
              <a:solidFill>
                <a:srgbClr val="242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 rot="20895705">
            <a:off x="9948102" y="2642818"/>
            <a:ext cx="1501540" cy="500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 rot="20802562">
            <a:off x="10251230" y="3883343"/>
            <a:ext cx="1501540" cy="500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1147945">
            <a:off x="10456393" y="4879047"/>
            <a:ext cx="1501540" cy="500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最高学历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 rot="974753">
            <a:off x="8989021" y="5458601"/>
            <a:ext cx="1847738" cy="500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相关经历与奖项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 rot="707101">
            <a:off x="9454810" y="1797338"/>
            <a:ext cx="1501540" cy="500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 rot="303017">
            <a:off x="8895185" y="3375353"/>
            <a:ext cx="1501540" cy="500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籍贯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形 17" descr="问号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34712">
            <a:off x="8762886" y="2349719"/>
            <a:ext cx="3305907" cy="3305907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6726" y="1133294"/>
            <a:ext cx="9460652" cy="572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1376045" y="266065"/>
            <a:ext cx="4965700" cy="645160"/>
          </a:xfrm>
          <a:prstGeom prst="rect">
            <a:avLst/>
          </a:prstGeom>
          <a:effectLst/>
        </p:spPr>
        <p:txBody>
          <a:bodyPr wrap="square">
            <a:spAutoFit/>
          </a:bodyPr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校园招聘流程及逻辑（科技加持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版）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2" name="圆角矩形 31"/>
          <p:cNvSpPr/>
          <p:nvPr/>
        </p:nvSpPr>
        <p:spPr>
          <a:xfrm rot="2700000">
            <a:off x="420370" y="293370"/>
            <a:ext cx="590550" cy="590550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290830" y="293370"/>
            <a:ext cx="590550" cy="5905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76920" y="3601720"/>
            <a:ext cx="1331595" cy="31877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85801" y="674909"/>
            <a:ext cx="9478782" cy="550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8543290" y="3308985"/>
            <a:ext cx="596900" cy="26543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9253855" y="3316605"/>
            <a:ext cx="596900" cy="26543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3994150" y="678180"/>
            <a:ext cx="4203065" cy="4387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 defTabSz="685800"/>
            <a:r>
              <a:rPr lang="en-US" altLang="zh-CN" sz="2400" b="1" dirty="0" smtClean="0">
                <a:latin typeface="微软雅黑"/>
                <a:ea typeface="微软雅黑"/>
                <a:cs typeface="+mn-ea"/>
                <a:sym typeface="+mn-lt"/>
              </a:rPr>
              <a:t>HR</a:t>
            </a:r>
            <a:r>
              <a:rPr lang="zh-CN" altLang="en-US" sz="2400" b="1" dirty="0" smtClean="0">
                <a:latin typeface="微软雅黑"/>
                <a:ea typeface="微软雅黑"/>
                <a:cs typeface="+mn-ea"/>
                <a:sym typeface="+mn-lt"/>
              </a:rPr>
              <a:t>眼里好简历的特点</a:t>
            </a:r>
            <a:endParaRPr lang="zh-CN" altLang="en-US" sz="2400" b="1" dirty="0"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753735" y="1391285"/>
            <a:ext cx="683895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1341112" y="1643889"/>
            <a:ext cx="9773370" cy="20942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 sz="2800" b="1" spc="-150" dirty="0" smtClean="0">
                <a:solidFill>
                  <a:srgbClr val="52A4A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HR</a:t>
            </a:r>
            <a:r>
              <a:rPr kumimoji="1" lang="zh-CN" altLang="en-US" sz="2800" b="1" spc="-150" dirty="0" smtClean="0">
                <a:solidFill>
                  <a:srgbClr val="52A4A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挑选人才的理念：</a:t>
            </a:r>
            <a:endParaRPr kumimoji="1" lang="en-US" altLang="zh-CN" sz="2800" b="1" spc="-150" dirty="0" smtClean="0">
              <a:solidFill>
                <a:srgbClr val="52A4A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 algn="ctr">
              <a:buFontTx/>
              <a:buNone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</a:rPr>
              <a:t>“只选对的，不选贵的”</a:t>
            </a: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</a:endParaRPr>
          </a:p>
          <a:p>
            <a:pPr>
              <a:buFontTx/>
              <a:buNone/>
            </a:pP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buFontTx/>
              <a:buNone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</a:rPr>
              <a:t>“合适比优秀重要”</a:t>
            </a:r>
            <a:endParaRPr kumimoji="1" lang="en-US" altLang="zh-CN" sz="2800" b="1" spc="-1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endParaRPr lang="en-US" altLang="zh-CN" sz="1050" b="1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22" name="Freeform 12"/>
          <p:cNvSpPr/>
          <p:nvPr/>
        </p:nvSpPr>
        <p:spPr>
          <a:xfrm>
            <a:off x="2270760" y="3870325"/>
            <a:ext cx="718820" cy="720725"/>
          </a:xfrm>
          <a:custGeom>
            <a:avLst/>
            <a:gdLst>
              <a:gd name="txL" fmla="*/ 0 w 271"/>
              <a:gd name="txT" fmla="*/ 0 h 271"/>
              <a:gd name="txR" fmla="*/ 271 w 271"/>
              <a:gd name="txB" fmla="*/ 271 h 271"/>
            </a:gdLst>
            <a:ahLst/>
            <a:cxnLst>
              <a:cxn ang="0">
                <a:pos x="104722" y="74794"/>
              </a:cxn>
              <a:cxn ang="0">
                <a:pos x="406465" y="103287"/>
              </a:cxn>
              <a:cxn ang="0">
                <a:pos x="378066" y="406025"/>
              </a:cxn>
              <a:cxn ang="0">
                <a:pos x="76323" y="377532"/>
              </a:cxn>
              <a:cxn ang="0">
                <a:pos x="104722" y="74794"/>
              </a:cxn>
            </a:cxnLst>
            <a:rect l="txL" t="txT" r="txR" b="txB"/>
            <a:pathLst>
              <a:path w="271" h="271">
                <a:moveTo>
                  <a:pt x="59" y="42"/>
                </a:moveTo>
                <a:cubicBezTo>
                  <a:pt x="110" y="0"/>
                  <a:pt x="186" y="7"/>
                  <a:pt x="229" y="58"/>
                </a:cubicBezTo>
                <a:cubicBezTo>
                  <a:pt x="271" y="110"/>
                  <a:pt x="264" y="186"/>
                  <a:pt x="213" y="228"/>
                </a:cubicBezTo>
                <a:cubicBezTo>
                  <a:pt x="161" y="271"/>
                  <a:pt x="85" y="264"/>
                  <a:pt x="43" y="212"/>
                </a:cubicBezTo>
                <a:cubicBezTo>
                  <a:pt x="0" y="161"/>
                  <a:pt x="7" y="85"/>
                  <a:pt x="59" y="4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3" name="Freeform 43"/>
          <p:cNvSpPr/>
          <p:nvPr/>
        </p:nvSpPr>
        <p:spPr>
          <a:xfrm>
            <a:off x="2424430" y="4062095"/>
            <a:ext cx="426720" cy="381635"/>
          </a:xfrm>
          <a:custGeom>
            <a:avLst/>
            <a:gdLst>
              <a:gd name="txL" fmla="*/ 0 w 161"/>
              <a:gd name="txT" fmla="*/ 0 h 144"/>
              <a:gd name="txR" fmla="*/ 161 w 161"/>
              <a:gd name="txB" fmla="*/ 144 h 144"/>
            </a:gdLst>
            <a:ahLst/>
            <a:cxnLst>
              <a:cxn ang="0">
                <a:pos x="141988" y="55022"/>
              </a:cxn>
              <a:cxn ang="0">
                <a:pos x="70994" y="1775"/>
              </a:cxn>
              <a:cxn ang="0">
                <a:pos x="5325" y="88746"/>
              </a:cxn>
              <a:cxn ang="0">
                <a:pos x="140213" y="255588"/>
              </a:cxn>
              <a:cxn ang="0">
                <a:pos x="280425" y="90521"/>
              </a:cxn>
              <a:cxn ang="0">
                <a:pos x="214756" y="3550"/>
              </a:cxn>
              <a:cxn ang="0">
                <a:pos x="141988" y="55022"/>
              </a:cxn>
            </a:cxnLst>
            <a:rect l="txL" t="txT" r="txR" b="txB"/>
            <a:pathLst>
              <a:path w="161" h="144">
                <a:moveTo>
                  <a:pt x="80" y="31"/>
                </a:moveTo>
                <a:cubicBezTo>
                  <a:pt x="73" y="11"/>
                  <a:pt x="60" y="0"/>
                  <a:pt x="40" y="1"/>
                </a:cubicBezTo>
                <a:cubicBezTo>
                  <a:pt x="11" y="3"/>
                  <a:pt x="0" y="23"/>
                  <a:pt x="3" y="50"/>
                </a:cubicBezTo>
                <a:cubicBezTo>
                  <a:pt x="6" y="83"/>
                  <a:pt x="49" y="103"/>
                  <a:pt x="79" y="144"/>
                </a:cubicBezTo>
                <a:cubicBezTo>
                  <a:pt x="110" y="103"/>
                  <a:pt x="154" y="84"/>
                  <a:pt x="158" y="51"/>
                </a:cubicBezTo>
                <a:cubicBezTo>
                  <a:pt x="161" y="24"/>
                  <a:pt x="150" y="4"/>
                  <a:pt x="121" y="2"/>
                </a:cubicBezTo>
                <a:cubicBezTo>
                  <a:pt x="101" y="0"/>
                  <a:pt x="89" y="11"/>
                  <a:pt x="80" y="31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5" name="Freeform 8"/>
          <p:cNvSpPr/>
          <p:nvPr/>
        </p:nvSpPr>
        <p:spPr>
          <a:xfrm>
            <a:off x="9279890" y="3870325"/>
            <a:ext cx="732155" cy="731520"/>
          </a:xfrm>
          <a:custGeom>
            <a:avLst/>
            <a:gdLst>
              <a:gd name="txL" fmla="*/ 0 w 271"/>
              <a:gd name="txT" fmla="*/ 0 h 271"/>
              <a:gd name="txR" fmla="*/ 271 w 271"/>
              <a:gd name="txB" fmla="*/ 271 h 271"/>
            </a:gdLst>
            <a:ahLst/>
            <a:cxnLst>
              <a:cxn ang="0">
                <a:pos x="381094" y="77840"/>
              </a:cxn>
              <a:cxn ang="0">
                <a:pos x="406025" y="378587"/>
              </a:cxn>
              <a:cxn ang="0">
                <a:pos x="101506" y="403354"/>
              </a:cxn>
              <a:cxn ang="0">
                <a:pos x="78356" y="100838"/>
              </a:cxn>
              <a:cxn ang="0">
                <a:pos x="381094" y="77840"/>
              </a:cxn>
            </a:cxnLst>
            <a:rect l="txL" t="txT" r="txR" b="txB"/>
            <a:pathLst>
              <a:path w="271" h="271">
                <a:moveTo>
                  <a:pt x="214" y="44"/>
                </a:moveTo>
                <a:cubicBezTo>
                  <a:pt x="265" y="87"/>
                  <a:pt x="271" y="163"/>
                  <a:pt x="228" y="214"/>
                </a:cubicBezTo>
                <a:cubicBezTo>
                  <a:pt x="184" y="265"/>
                  <a:pt x="108" y="271"/>
                  <a:pt x="57" y="228"/>
                </a:cubicBezTo>
                <a:cubicBezTo>
                  <a:pt x="7" y="184"/>
                  <a:pt x="0" y="108"/>
                  <a:pt x="44" y="57"/>
                </a:cubicBezTo>
                <a:cubicBezTo>
                  <a:pt x="87" y="7"/>
                  <a:pt x="163" y="0"/>
                  <a:pt x="214" y="4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6" name="Freeform 87"/>
          <p:cNvSpPr>
            <a:spLocks noEditPoints="1"/>
          </p:cNvSpPr>
          <p:nvPr/>
        </p:nvSpPr>
        <p:spPr>
          <a:xfrm>
            <a:off x="9417685" y="4073525"/>
            <a:ext cx="491490" cy="325120"/>
          </a:xfrm>
          <a:custGeom>
            <a:avLst/>
            <a:gdLst>
              <a:gd name="txL" fmla="*/ 0 w 162"/>
              <a:gd name="txT" fmla="*/ 0 h 106"/>
              <a:gd name="txR" fmla="*/ 162 w 162"/>
              <a:gd name="txB" fmla="*/ 106 h 106"/>
            </a:gdLst>
            <a:ahLst/>
            <a:cxnLst>
              <a:cxn ang="0">
                <a:pos x="323850" y="24082"/>
              </a:cxn>
              <a:cxn ang="0">
                <a:pos x="173919" y="0"/>
              </a:cxn>
              <a:cxn ang="0">
                <a:pos x="9995" y="24082"/>
              </a:cxn>
              <a:cxn ang="0">
                <a:pos x="9995" y="110376"/>
              </a:cxn>
              <a:cxn ang="0">
                <a:pos x="5997" y="120410"/>
              </a:cxn>
              <a:cxn ang="0">
                <a:pos x="15993" y="132451"/>
              </a:cxn>
              <a:cxn ang="0">
                <a:pos x="27987" y="120410"/>
              </a:cxn>
              <a:cxn ang="0">
                <a:pos x="21990" y="110376"/>
              </a:cxn>
              <a:cxn ang="0">
                <a:pos x="21990" y="56192"/>
              </a:cxn>
              <a:cxn ang="0">
                <a:pos x="173919" y="78267"/>
              </a:cxn>
              <a:cxn ang="0">
                <a:pos x="323850" y="54185"/>
              </a:cxn>
              <a:cxn ang="0">
                <a:pos x="323850" y="24082"/>
              </a:cxn>
              <a:cxn ang="0">
                <a:pos x="25988" y="136465"/>
              </a:cxn>
              <a:cxn ang="0">
                <a:pos x="7996" y="136465"/>
              </a:cxn>
              <a:cxn ang="0">
                <a:pos x="0" y="188643"/>
              </a:cxn>
              <a:cxn ang="0">
                <a:pos x="5997" y="190650"/>
              </a:cxn>
              <a:cxn ang="0">
                <a:pos x="7996" y="184629"/>
              </a:cxn>
              <a:cxn ang="0">
                <a:pos x="7996" y="190650"/>
              </a:cxn>
              <a:cxn ang="0">
                <a:pos x="17992" y="192657"/>
              </a:cxn>
              <a:cxn ang="0">
                <a:pos x="19991" y="186636"/>
              </a:cxn>
              <a:cxn ang="0">
                <a:pos x="21990" y="190650"/>
              </a:cxn>
              <a:cxn ang="0">
                <a:pos x="23989" y="190650"/>
              </a:cxn>
              <a:cxn ang="0">
                <a:pos x="25988" y="166568"/>
              </a:cxn>
              <a:cxn ang="0">
                <a:pos x="27987" y="190650"/>
              </a:cxn>
              <a:cxn ang="0">
                <a:pos x="33984" y="188643"/>
              </a:cxn>
              <a:cxn ang="0">
                <a:pos x="25988" y="136465"/>
              </a:cxn>
              <a:cxn ang="0">
                <a:pos x="59972" y="188643"/>
              </a:cxn>
              <a:cxn ang="0">
                <a:pos x="59972" y="74253"/>
              </a:cxn>
              <a:cxn ang="0">
                <a:pos x="173919" y="90308"/>
              </a:cxn>
              <a:cxn ang="0">
                <a:pos x="281869" y="74253"/>
              </a:cxn>
              <a:cxn ang="0">
                <a:pos x="281869" y="186636"/>
              </a:cxn>
              <a:cxn ang="0">
                <a:pos x="171920" y="212725"/>
              </a:cxn>
              <a:cxn ang="0">
                <a:pos x="59972" y="188643"/>
              </a:cxn>
            </a:cxnLst>
            <a:rect l="txL" t="txT" r="txR" b="txB"/>
            <a:pathLst>
              <a:path w="162" h="106">
                <a:moveTo>
                  <a:pt x="162" y="12"/>
                </a:moveTo>
                <a:cubicBezTo>
                  <a:pt x="87" y="0"/>
                  <a:pt x="87" y="0"/>
                  <a:pt x="87" y="0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27"/>
                  <a:pt x="5" y="41"/>
                  <a:pt x="5" y="55"/>
                </a:cubicBezTo>
                <a:cubicBezTo>
                  <a:pt x="4" y="56"/>
                  <a:pt x="3" y="58"/>
                  <a:pt x="3" y="60"/>
                </a:cubicBezTo>
                <a:cubicBezTo>
                  <a:pt x="3" y="63"/>
                  <a:pt x="5" y="66"/>
                  <a:pt x="8" y="66"/>
                </a:cubicBezTo>
                <a:cubicBezTo>
                  <a:pt x="12" y="66"/>
                  <a:pt x="14" y="63"/>
                  <a:pt x="14" y="60"/>
                </a:cubicBezTo>
                <a:cubicBezTo>
                  <a:pt x="14" y="58"/>
                  <a:pt x="13" y="56"/>
                  <a:pt x="11" y="55"/>
                </a:cubicBezTo>
                <a:cubicBezTo>
                  <a:pt x="11" y="28"/>
                  <a:pt x="11" y="28"/>
                  <a:pt x="11" y="28"/>
                </a:cubicBezTo>
                <a:cubicBezTo>
                  <a:pt x="87" y="39"/>
                  <a:pt x="87" y="39"/>
                  <a:pt x="87" y="39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2" y="12"/>
                  <a:pt x="162" y="12"/>
                  <a:pt x="162" y="12"/>
                </a:cubicBezTo>
                <a:close/>
                <a:moveTo>
                  <a:pt x="13" y="68"/>
                </a:moveTo>
                <a:cubicBezTo>
                  <a:pt x="10" y="69"/>
                  <a:pt x="7" y="69"/>
                  <a:pt x="4" y="68"/>
                </a:cubicBezTo>
                <a:cubicBezTo>
                  <a:pt x="3" y="77"/>
                  <a:pt x="1" y="85"/>
                  <a:pt x="0" y="94"/>
                </a:cubicBezTo>
                <a:cubicBezTo>
                  <a:pt x="1" y="94"/>
                  <a:pt x="2" y="94"/>
                  <a:pt x="3" y="95"/>
                </a:cubicBezTo>
                <a:cubicBezTo>
                  <a:pt x="4" y="92"/>
                  <a:pt x="4" y="92"/>
                  <a:pt x="4" y="92"/>
                </a:cubicBezTo>
                <a:cubicBezTo>
                  <a:pt x="4" y="95"/>
                  <a:pt x="4" y="95"/>
                  <a:pt x="4" y="95"/>
                </a:cubicBezTo>
                <a:cubicBezTo>
                  <a:pt x="6" y="95"/>
                  <a:pt x="8" y="96"/>
                  <a:pt x="9" y="96"/>
                </a:cubicBezTo>
                <a:cubicBezTo>
                  <a:pt x="10" y="93"/>
                  <a:pt x="10" y="93"/>
                  <a:pt x="10" y="93"/>
                </a:cubicBezTo>
                <a:cubicBezTo>
                  <a:pt x="11" y="95"/>
                  <a:pt x="11" y="95"/>
                  <a:pt x="11" y="95"/>
                </a:cubicBezTo>
                <a:cubicBezTo>
                  <a:pt x="12" y="95"/>
                  <a:pt x="12" y="95"/>
                  <a:pt x="12" y="95"/>
                </a:cubicBezTo>
                <a:cubicBezTo>
                  <a:pt x="13" y="83"/>
                  <a:pt x="13" y="83"/>
                  <a:pt x="13" y="83"/>
                </a:cubicBezTo>
                <a:cubicBezTo>
                  <a:pt x="14" y="95"/>
                  <a:pt x="14" y="95"/>
                  <a:pt x="14" y="95"/>
                </a:cubicBezTo>
                <a:cubicBezTo>
                  <a:pt x="15" y="94"/>
                  <a:pt x="16" y="94"/>
                  <a:pt x="17" y="94"/>
                </a:cubicBezTo>
                <a:cubicBezTo>
                  <a:pt x="16" y="85"/>
                  <a:pt x="14" y="77"/>
                  <a:pt x="13" y="68"/>
                </a:cubicBezTo>
                <a:close/>
                <a:moveTo>
                  <a:pt x="30" y="94"/>
                </a:moveTo>
                <a:cubicBezTo>
                  <a:pt x="30" y="37"/>
                  <a:pt x="30" y="37"/>
                  <a:pt x="30" y="37"/>
                </a:cubicBezTo>
                <a:cubicBezTo>
                  <a:pt x="87" y="45"/>
                  <a:pt x="87" y="45"/>
                  <a:pt x="87" y="45"/>
                </a:cubicBezTo>
                <a:cubicBezTo>
                  <a:pt x="141" y="37"/>
                  <a:pt x="141" y="37"/>
                  <a:pt x="141" y="37"/>
                </a:cubicBezTo>
                <a:cubicBezTo>
                  <a:pt x="141" y="93"/>
                  <a:pt x="141" y="93"/>
                  <a:pt x="141" y="93"/>
                </a:cubicBezTo>
                <a:cubicBezTo>
                  <a:pt x="122" y="93"/>
                  <a:pt x="104" y="98"/>
                  <a:pt x="86" y="106"/>
                </a:cubicBezTo>
                <a:cubicBezTo>
                  <a:pt x="68" y="97"/>
                  <a:pt x="49" y="94"/>
                  <a:pt x="30" y="94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8" name="Freeform 10"/>
          <p:cNvSpPr/>
          <p:nvPr/>
        </p:nvSpPr>
        <p:spPr>
          <a:xfrm>
            <a:off x="5815330" y="3888105"/>
            <a:ext cx="638810" cy="638810"/>
          </a:xfrm>
          <a:custGeom>
            <a:avLst/>
            <a:gdLst>
              <a:gd name="txL" fmla="*/ 0 w 242"/>
              <a:gd name="txT" fmla="*/ 0 h 243"/>
              <a:gd name="txR" fmla="*/ 242 w 242"/>
              <a:gd name="txB" fmla="*/ 243 h 243"/>
            </a:gdLst>
            <a:ahLst/>
            <a:cxnLst>
              <a:cxn ang="0">
                <a:pos x="216884" y="1777"/>
              </a:cxn>
              <a:cxn ang="0">
                <a:pos x="430213" y="216788"/>
              </a:cxn>
              <a:cxn ang="0">
                <a:pos x="213329" y="430023"/>
              </a:cxn>
              <a:cxn ang="0">
                <a:pos x="0" y="215012"/>
              </a:cxn>
              <a:cxn ang="0">
                <a:pos x="216884" y="1777"/>
              </a:cxn>
            </a:cxnLst>
            <a:rect l="txL" t="txT" r="txR" b="txB"/>
            <a:pathLst>
              <a:path w="242" h="243">
                <a:moveTo>
                  <a:pt x="122" y="1"/>
                </a:moveTo>
                <a:cubicBezTo>
                  <a:pt x="188" y="1"/>
                  <a:pt x="242" y="56"/>
                  <a:pt x="242" y="122"/>
                </a:cubicBezTo>
                <a:cubicBezTo>
                  <a:pt x="241" y="189"/>
                  <a:pt x="187" y="243"/>
                  <a:pt x="120" y="242"/>
                </a:cubicBezTo>
                <a:cubicBezTo>
                  <a:pt x="53" y="242"/>
                  <a:pt x="0" y="188"/>
                  <a:pt x="0" y="121"/>
                </a:cubicBezTo>
                <a:cubicBezTo>
                  <a:pt x="1" y="54"/>
                  <a:pt x="55" y="0"/>
                  <a:pt x="122" y="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Freeform 46"/>
          <p:cNvSpPr>
            <a:spLocks noEditPoints="1"/>
          </p:cNvSpPr>
          <p:nvPr/>
        </p:nvSpPr>
        <p:spPr>
          <a:xfrm>
            <a:off x="6010910" y="3990975"/>
            <a:ext cx="247650" cy="431800"/>
          </a:xfrm>
          <a:custGeom>
            <a:avLst/>
            <a:gdLst>
              <a:gd name="txL" fmla="*/ 0 w 94"/>
              <a:gd name="txT" fmla="*/ 0 h 165"/>
              <a:gd name="txR" fmla="*/ 94 w 94"/>
              <a:gd name="txB" fmla="*/ 165 h 165"/>
            </a:gdLst>
            <a:ahLst/>
            <a:cxnLst>
              <a:cxn ang="0">
                <a:pos x="147181" y="0"/>
              </a:cxn>
              <a:cxn ang="0">
                <a:pos x="17733" y="0"/>
              </a:cxn>
              <a:cxn ang="0">
                <a:pos x="0" y="19473"/>
              </a:cxn>
              <a:cxn ang="0">
                <a:pos x="0" y="272627"/>
              </a:cxn>
              <a:cxn ang="0">
                <a:pos x="17733" y="292100"/>
              </a:cxn>
              <a:cxn ang="0">
                <a:pos x="147181" y="292100"/>
              </a:cxn>
              <a:cxn ang="0">
                <a:pos x="166687" y="272627"/>
              </a:cxn>
              <a:cxn ang="0">
                <a:pos x="166687" y="19473"/>
              </a:cxn>
              <a:cxn ang="0">
                <a:pos x="147181" y="0"/>
              </a:cxn>
              <a:cxn ang="0">
                <a:pos x="56745" y="21244"/>
              </a:cxn>
              <a:cxn ang="0">
                <a:pos x="109942" y="21244"/>
              </a:cxn>
              <a:cxn ang="0">
                <a:pos x="109942" y="28325"/>
              </a:cxn>
              <a:cxn ang="0">
                <a:pos x="56745" y="28325"/>
              </a:cxn>
              <a:cxn ang="0">
                <a:pos x="56745" y="21244"/>
              </a:cxn>
              <a:cxn ang="0">
                <a:pos x="83344" y="279708"/>
              </a:cxn>
              <a:cxn ang="0">
                <a:pos x="72704" y="269086"/>
              </a:cxn>
              <a:cxn ang="0">
                <a:pos x="83344" y="260235"/>
              </a:cxn>
              <a:cxn ang="0">
                <a:pos x="93983" y="269086"/>
              </a:cxn>
              <a:cxn ang="0">
                <a:pos x="83344" y="279708"/>
              </a:cxn>
              <a:cxn ang="0">
                <a:pos x="154274" y="244302"/>
              </a:cxn>
              <a:cxn ang="0">
                <a:pos x="12413" y="244302"/>
              </a:cxn>
              <a:cxn ang="0">
                <a:pos x="12413" y="46028"/>
              </a:cxn>
              <a:cxn ang="0">
                <a:pos x="154274" y="46028"/>
              </a:cxn>
              <a:cxn ang="0">
                <a:pos x="154274" y="244302"/>
              </a:cxn>
            </a:cxnLst>
            <a:rect l="txL" t="txT" r="txR" b="txB"/>
            <a:pathLst>
              <a:path w="94" h="165">
                <a:moveTo>
                  <a:pt x="83" y="0"/>
                </a:move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160"/>
                  <a:pt x="5" y="165"/>
                  <a:pt x="10" y="165"/>
                </a:cubicBezTo>
                <a:cubicBezTo>
                  <a:pt x="83" y="165"/>
                  <a:pt x="83" y="165"/>
                  <a:pt x="83" y="165"/>
                </a:cubicBezTo>
                <a:cubicBezTo>
                  <a:pt x="89" y="165"/>
                  <a:pt x="94" y="160"/>
                  <a:pt x="94" y="154"/>
                </a:cubicBezTo>
                <a:cubicBezTo>
                  <a:pt x="94" y="11"/>
                  <a:pt x="94" y="11"/>
                  <a:pt x="94" y="11"/>
                </a:cubicBezTo>
                <a:cubicBezTo>
                  <a:pt x="94" y="5"/>
                  <a:pt x="89" y="0"/>
                  <a:pt x="83" y="0"/>
                </a:cubicBezTo>
                <a:close/>
                <a:moveTo>
                  <a:pt x="32" y="12"/>
                </a:moveTo>
                <a:cubicBezTo>
                  <a:pt x="62" y="12"/>
                  <a:pt x="62" y="12"/>
                  <a:pt x="62" y="12"/>
                </a:cubicBezTo>
                <a:cubicBezTo>
                  <a:pt x="62" y="16"/>
                  <a:pt x="62" y="16"/>
                  <a:pt x="62" y="16"/>
                </a:cubicBezTo>
                <a:cubicBezTo>
                  <a:pt x="32" y="16"/>
                  <a:pt x="32" y="16"/>
                  <a:pt x="32" y="16"/>
                </a:cubicBezTo>
                <a:lnTo>
                  <a:pt x="32" y="12"/>
                </a:lnTo>
                <a:close/>
                <a:moveTo>
                  <a:pt x="47" y="158"/>
                </a:moveTo>
                <a:cubicBezTo>
                  <a:pt x="44" y="158"/>
                  <a:pt x="41" y="156"/>
                  <a:pt x="41" y="152"/>
                </a:cubicBezTo>
                <a:cubicBezTo>
                  <a:pt x="41" y="149"/>
                  <a:pt x="44" y="147"/>
                  <a:pt x="47" y="147"/>
                </a:cubicBezTo>
                <a:cubicBezTo>
                  <a:pt x="50" y="147"/>
                  <a:pt x="53" y="149"/>
                  <a:pt x="53" y="152"/>
                </a:cubicBezTo>
                <a:cubicBezTo>
                  <a:pt x="53" y="156"/>
                  <a:pt x="50" y="158"/>
                  <a:pt x="47" y="158"/>
                </a:cubicBezTo>
                <a:close/>
                <a:moveTo>
                  <a:pt x="87" y="138"/>
                </a:moveTo>
                <a:cubicBezTo>
                  <a:pt x="7" y="138"/>
                  <a:pt x="7" y="138"/>
                  <a:pt x="7" y="138"/>
                </a:cubicBezTo>
                <a:cubicBezTo>
                  <a:pt x="7" y="26"/>
                  <a:pt x="7" y="26"/>
                  <a:pt x="7" y="26"/>
                </a:cubicBezTo>
                <a:cubicBezTo>
                  <a:pt x="87" y="26"/>
                  <a:pt x="87" y="26"/>
                  <a:pt x="87" y="26"/>
                </a:cubicBezTo>
                <a:lnTo>
                  <a:pt x="87" y="138"/>
                </a:lnTo>
                <a:close/>
              </a:path>
            </a:pathLst>
          </a:custGeom>
          <a:solidFill>
            <a:sysClr val="window" lastClr="FFFFFF"/>
          </a:solidFill>
          <a:ln w="9525"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TextBox 1210"/>
          <p:cNvSpPr/>
          <p:nvPr/>
        </p:nvSpPr>
        <p:spPr>
          <a:xfrm>
            <a:off x="1821180" y="4785360"/>
            <a:ext cx="1270635" cy="377190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p>
            <a:pPr algn="r" defTabSz="685800"/>
            <a:r>
              <a:rPr lang="zh-CN" altLang="en-US" sz="2000" b="1" dirty="0" smtClean="0">
                <a:solidFill>
                  <a:srgbClr val="52A4AE"/>
                </a:solidFill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+mn-lt"/>
              </a:rPr>
              <a:t>定制化</a:t>
            </a:r>
            <a:endParaRPr lang="zh-CN" altLang="en-US" sz="2000" b="1" dirty="0" smtClean="0">
              <a:solidFill>
                <a:srgbClr val="52A4AE"/>
              </a:solidFill>
              <a:latin typeface="思源黑体 CN Bold" panose="020B0800000000000000" charset="-122"/>
              <a:ea typeface="思源黑体 CN Bold" panose="020B0800000000000000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42645" y="5092700"/>
            <a:ext cx="3433445" cy="117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拒绝纯粹的模板复制</a:t>
            </a:r>
            <a:endParaRPr lang="en-US" altLang="zh-CN" sz="2000" dirty="0" smtClean="0"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有个性化的呈现</a:t>
            </a:r>
            <a:endParaRPr lang="en-US" altLang="zh-CN" sz="2000" dirty="0" smtClean="0"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突出了与岗位的高度</a:t>
            </a:r>
            <a:r>
              <a:rPr lang="zh-CN" altLang="en-US" sz="2000" dirty="0" smtClean="0">
                <a:solidFill>
                  <a:srgbClr val="FF0000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“匹配”</a:t>
            </a:r>
            <a:endParaRPr lang="en-US" altLang="zh-CN" sz="2000" dirty="0">
              <a:solidFill>
                <a:srgbClr val="FF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</p:txBody>
      </p:sp>
      <p:sp>
        <p:nvSpPr>
          <p:cNvPr id="34" name="TextBox 1210"/>
          <p:cNvSpPr/>
          <p:nvPr/>
        </p:nvSpPr>
        <p:spPr>
          <a:xfrm>
            <a:off x="5384165" y="4785360"/>
            <a:ext cx="1687195" cy="377190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p>
            <a:pPr algn="ctr" defTabSz="685800"/>
            <a:r>
              <a:rPr lang="zh-CN" altLang="en-US" sz="2000" b="1" dirty="0" smtClean="0">
                <a:solidFill>
                  <a:srgbClr val="52A4AE"/>
                </a:solidFill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+mn-lt"/>
              </a:rPr>
              <a:t>突出求职意向</a:t>
            </a:r>
            <a:endParaRPr lang="zh-CN" altLang="en-US" sz="2000" b="1" dirty="0" smtClean="0">
              <a:solidFill>
                <a:srgbClr val="52A4AE"/>
              </a:solidFill>
              <a:latin typeface="思源黑体 CN Bold" panose="020B0800000000000000" charset="-122"/>
              <a:ea typeface="思源黑体 CN Bold" panose="020B0800000000000000" charset="-122"/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504055" y="5111115"/>
            <a:ext cx="338455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拒绝“批量式”简历</a:t>
            </a:r>
            <a:endParaRPr lang="en-US" altLang="zh-CN" sz="2000" dirty="0" smtClean="0"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一份简历针对一个求职意向</a:t>
            </a:r>
            <a:endParaRPr lang="en-US" altLang="zh-CN" sz="2000" dirty="0"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</p:txBody>
      </p:sp>
      <p:sp>
        <p:nvSpPr>
          <p:cNvPr id="37" name="TextBox 1210"/>
          <p:cNvSpPr/>
          <p:nvPr/>
        </p:nvSpPr>
        <p:spPr>
          <a:xfrm>
            <a:off x="8422005" y="4785360"/>
            <a:ext cx="2459355" cy="377190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p>
            <a:pPr algn="ctr" defTabSz="685800"/>
            <a:r>
              <a:rPr lang="zh-CN" altLang="en-US" sz="2000" b="1" dirty="0" smtClean="0">
                <a:solidFill>
                  <a:srgbClr val="52A4AE"/>
                </a:solidFill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+mn-lt"/>
              </a:rPr>
              <a:t>态度端正，诚意满满</a:t>
            </a:r>
            <a:endParaRPr lang="zh-CN" altLang="en-US" sz="2000" b="1" dirty="0" smtClean="0">
              <a:solidFill>
                <a:srgbClr val="52A4AE"/>
              </a:solidFill>
              <a:latin typeface="思源黑体 CN Bold" panose="020B0800000000000000" charset="-122"/>
              <a:ea typeface="思源黑体 CN Bold" panose="020B0800000000000000" charset="-122"/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87665" y="5083810"/>
            <a:ext cx="3515360" cy="732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拒绝任何阻碍阅读的因素出现</a:t>
            </a:r>
            <a:endParaRPr lang="en-US" altLang="zh-CN" dirty="0" smtClean="0"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>
                <a:latin typeface="思源黑体 CN Light" panose="020B0300000000000000" pitchFamily="34" charset="-122"/>
                <a:ea typeface="思源黑体 CN Light" panose="020B0300000000000000" pitchFamily="34" charset="-122"/>
                <a:cs typeface="Arial" panose="020B0604020202090204" pitchFamily="34" charset="0"/>
                <a:sym typeface="+mn-lt"/>
              </a:rPr>
              <a:t>无错别字，排版美观，信息准确</a:t>
            </a:r>
            <a:endParaRPr lang="en-US" altLang="zh-CN" dirty="0">
              <a:latin typeface="思源黑体 CN Light" panose="020B0300000000000000" pitchFamily="34" charset="-122"/>
              <a:ea typeface="思源黑体 CN Light" panose="020B0300000000000000" pitchFamily="34" charset="-122"/>
              <a:cs typeface="Arial" panose="020B060402020209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等腰三角形 21"/>
          <p:cNvSpPr/>
          <p:nvPr/>
        </p:nvSpPr>
        <p:spPr>
          <a:xfrm rot="19016716">
            <a:off x="-852899" y="3929233"/>
            <a:ext cx="1998880" cy="1195100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302414 w 2287273"/>
              <a:gd name="connsiteY0-74" fmla="*/ 4366376 h 4366376"/>
              <a:gd name="connsiteX1-75" fmla="*/ 0 w 2287273"/>
              <a:gd name="connsiteY1-76" fmla="*/ 2964927 h 4366376"/>
              <a:gd name="connsiteX2-77" fmla="*/ 2287273 w 2287273"/>
              <a:gd name="connsiteY2-78" fmla="*/ 1 h 4366376"/>
              <a:gd name="connsiteX3-79" fmla="*/ 302414 w 2287273"/>
              <a:gd name="connsiteY3-80" fmla="*/ 4366376 h 4366376"/>
              <a:gd name="connsiteX0-81" fmla="*/ 0 w 1984859"/>
              <a:gd name="connsiteY0-82" fmla="*/ 5515943 h 5515943"/>
              <a:gd name="connsiteX1-83" fmla="*/ 728870 w 1984859"/>
              <a:gd name="connsiteY1-84" fmla="*/ -1 h 5515943"/>
              <a:gd name="connsiteX2-85" fmla="*/ 1984859 w 1984859"/>
              <a:gd name="connsiteY2-86" fmla="*/ 1149568 h 5515943"/>
              <a:gd name="connsiteX3-87" fmla="*/ 0 w 1984859"/>
              <a:gd name="connsiteY3-88" fmla="*/ 5515943 h 5515943"/>
              <a:gd name="connsiteX0-89" fmla="*/ 0 w 2743975"/>
              <a:gd name="connsiteY0-90" fmla="*/ 2971745 h 2971744"/>
              <a:gd name="connsiteX1-91" fmla="*/ 1487986 w 2743975"/>
              <a:gd name="connsiteY1-92" fmla="*/ -1 h 2971744"/>
              <a:gd name="connsiteX2-93" fmla="*/ 2743975 w 2743975"/>
              <a:gd name="connsiteY2-94" fmla="*/ 1149568 h 2971744"/>
              <a:gd name="connsiteX3-95" fmla="*/ 0 w 2743975"/>
              <a:gd name="connsiteY3-96" fmla="*/ 2971745 h 2971744"/>
              <a:gd name="connsiteX0-97" fmla="*/ 0 w 2761811"/>
              <a:gd name="connsiteY0-98" fmla="*/ 1441450 h 1441449"/>
              <a:gd name="connsiteX1-99" fmla="*/ 1505822 w 2761811"/>
              <a:gd name="connsiteY1-100" fmla="*/ -1 h 1441449"/>
              <a:gd name="connsiteX2-101" fmla="*/ 2761811 w 2761811"/>
              <a:gd name="connsiteY2-102" fmla="*/ 1149568 h 1441449"/>
              <a:gd name="connsiteX3-103" fmla="*/ 0 w 2761811"/>
              <a:gd name="connsiteY3-104" fmla="*/ 1441450 h 1441449"/>
              <a:gd name="connsiteX0-105" fmla="*/ 0 w 2970564"/>
              <a:gd name="connsiteY0-106" fmla="*/ 3027997 h 3027997"/>
              <a:gd name="connsiteX1-107" fmla="*/ 1714575 w 2970564"/>
              <a:gd name="connsiteY1-108" fmla="*/ -1 h 3027997"/>
              <a:gd name="connsiteX2-109" fmla="*/ 2970564 w 2970564"/>
              <a:gd name="connsiteY2-110" fmla="*/ 1149568 h 3027997"/>
              <a:gd name="connsiteX3-111" fmla="*/ 0 w 2970564"/>
              <a:gd name="connsiteY3-112" fmla="*/ 3027997 h 30279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70564" h="3027997">
                <a:moveTo>
                  <a:pt x="0" y="3027997"/>
                </a:moveTo>
                <a:lnTo>
                  <a:pt x="1714575" y="-1"/>
                </a:lnTo>
                <a:lnTo>
                  <a:pt x="2970564" y="1149568"/>
                </a:lnTo>
                <a:lnTo>
                  <a:pt x="0" y="3027997"/>
                </a:lnTo>
                <a:close/>
              </a:path>
            </a:pathLst>
          </a:custGeom>
          <a:gradFill>
            <a:gsLst>
              <a:gs pos="17000">
                <a:srgbClr val="FFFFFF">
                  <a:alpha val="0"/>
                </a:srgbClr>
              </a:gs>
              <a:gs pos="82000">
                <a:srgbClr val="92BFB5">
                  <a:alpha val="2200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等腰三角形 21"/>
          <p:cNvSpPr/>
          <p:nvPr/>
        </p:nvSpPr>
        <p:spPr>
          <a:xfrm rot="19016716">
            <a:off x="-311224" y="3993267"/>
            <a:ext cx="2436405" cy="2076611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302414 w 2287273"/>
              <a:gd name="connsiteY0-74" fmla="*/ 4366376 h 4366376"/>
              <a:gd name="connsiteX1-75" fmla="*/ 0 w 2287273"/>
              <a:gd name="connsiteY1-76" fmla="*/ 2964927 h 4366376"/>
              <a:gd name="connsiteX2-77" fmla="*/ 2287273 w 2287273"/>
              <a:gd name="connsiteY2-78" fmla="*/ 1 h 4366376"/>
              <a:gd name="connsiteX3-79" fmla="*/ 302414 w 2287273"/>
              <a:gd name="connsiteY3-80" fmla="*/ 4366376 h 4366376"/>
              <a:gd name="connsiteX0-81" fmla="*/ 0 w 1984859"/>
              <a:gd name="connsiteY0-82" fmla="*/ 5515943 h 5515943"/>
              <a:gd name="connsiteX1-83" fmla="*/ 728870 w 1984859"/>
              <a:gd name="connsiteY1-84" fmla="*/ -1 h 5515943"/>
              <a:gd name="connsiteX2-85" fmla="*/ 1984859 w 1984859"/>
              <a:gd name="connsiteY2-86" fmla="*/ 1149568 h 5515943"/>
              <a:gd name="connsiteX3-87" fmla="*/ 0 w 1984859"/>
              <a:gd name="connsiteY3-88" fmla="*/ 5515943 h 5515943"/>
              <a:gd name="connsiteX0-89" fmla="*/ 0 w 2743975"/>
              <a:gd name="connsiteY0-90" fmla="*/ 2971745 h 2971744"/>
              <a:gd name="connsiteX1-91" fmla="*/ 1487986 w 2743975"/>
              <a:gd name="connsiteY1-92" fmla="*/ -1 h 2971744"/>
              <a:gd name="connsiteX2-93" fmla="*/ 2743975 w 2743975"/>
              <a:gd name="connsiteY2-94" fmla="*/ 1149568 h 2971744"/>
              <a:gd name="connsiteX3-95" fmla="*/ 0 w 2743975"/>
              <a:gd name="connsiteY3-96" fmla="*/ 2971745 h 2971744"/>
              <a:gd name="connsiteX0-97" fmla="*/ 0 w 2761811"/>
              <a:gd name="connsiteY0-98" fmla="*/ 1441450 h 1441449"/>
              <a:gd name="connsiteX1-99" fmla="*/ 1505822 w 2761811"/>
              <a:gd name="connsiteY1-100" fmla="*/ -1 h 1441449"/>
              <a:gd name="connsiteX2-101" fmla="*/ 2761811 w 2761811"/>
              <a:gd name="connsiteY2-102" fmla="*/ 1149568 h 1441449"/>
              <a:gd name="connsiteX3-103" fmla="*/ 0 w 2761811"/>
              <a:gd name="connsiteY3-104" fmla="*/ 1441450 h 1441449"/>
              <a:gd name="connsiteX0-105" fmla="*/ 0 w 2970564"/>
              <a:gd name="connsiteY0-106" fmla="*/ 3027997 h 3027997"/>
              <a:gd name="connsiteX1-107" fmla="*/ 1714575 w 2970564"/>
              <a:gd name="connsiteY1-108" fmla="*/ -1 h 3027997"/>
              <a:gd name="connsiteX2-109" fmla="*/ 2970564 w 2970564"/>
              <a:gd name="connsiteY2-110" fmla="*/ 1149568 h 3027997"/>
              <a:gd name="connsiteX3-111" fmla="*/ 0 w 2970564"/>
              <a:gd name="connsiteY3-112" fmla="*/ 3027997 h 3027997"/>
              <a:gd name="connsiteX0-113" fmla="*/ 0 w 2356699"/>
              <a:gd name="connsiteY0-114" fmla="*/ 3027997 h 5261461"/>
              <a:gd name="connsiteX1-115" fmla="*/ 1714575 w 2356699"/>
              <a:gd name="connsiteY1-116" fmla="*/ -1 h 5261461"/>
              <a:gd name="connsiteX2-117" fmla="*/ 2356699 w 2356699"/>
              <a:gd name="connsiteY2-118" fmla="*/ 5261462 h 5261461"/>
              <a:gd name="connsiteX3-119" fmla="*/ 0 w 2356699"/>
              <a:gd name="connsiteY3-120" fmla="*/ 3027997 h 5261461"/>
              <a:gd name="connsiteX0-121" fmla="*/ 0 w 3620776"/>
              <a:gd name="connsiteY0-122" fmla="*/ 1807117 h 5261461"/>
              <a:gd name="connsiteX1-123" fmla="*/ 2978652 w 3620776"/>
              <a:gd name="connsiteY1-124" fmla="*/ -1 h 5261461"/>
              <a:gd name="connsiteX2-125" fmla="*/ 3620776 w 3620776"/>
              <a:gd name="connsiteY2-126" fmla="*/ 5261462 h 5261461"/>
              <a:gd name="connsiteX3-127" fmla="*/ 0 w 3620776"/>
              <a:gd name="connsiteY3-128" fmla="*/ 1807117 h 52614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20776" h="5261461">
                <a:moveTo>
                  <a:pt x="0" y="1807117"/>
                </a:moveTo>
                <a:lnTo>
                  <a:pt x="2978652" y="-1"/>
                </a:lnTo>
                <a:lnTo>
                  <a:pt x="3620776" y="5261462"/>
                </a:lnTo>
                <a:lnTo>
                  <a:pt x="0" y="1807117"/>
                </a:lnTo>
                <a:close/>
              </a:path>
            </a:pathLst>
          </a:custGeom>
          <a:gradFill>
            <a:gsLst>
              <a:gs pos="67000">
                <a:srgbClr val="FFFFFF">
                  <a:alpha val="0"/>
                </a:srgbClr>
              </a:gs>
              <a:gs pos="29000">
                <a:srgbClr val="E1EAEF"/>
              </a:gs>
            </a:gsLst>
            <a:lin ang="7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等腰三角形 23"/>
          <p:cNvSpPr/>
          <p:nvPr/>
        </p:nvSpPr>
        <p:spPr>
          <a:xfrm flipV="1">
            <a:off x="9918359" y="-2"/>
            <a:ext cx="2273641" cy="2225843"/>
          </a:xfrm>
          <a:prstGeom prst="triangle">
            <a:avLst>
              <a:gd name="adj" fmla="val 100000"/>
            </a:avLst>
          </a:prstGeom>
          <a:gradFill>
            <a:gsLst>
              <a:gs pos="75000">
                <a:srgbClr val="5CACCF"/>
              </a:gs>
              <a:gs pos="31000">
                <a:srgbClr val="B6D3B7"/>
              </a:gs>
            </a:gsLst>
            <a:lin ang="30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等腰三角形 21"/>
          <p:cNvSpPr/>
          <p:nvPr/>
        </p:nvSpPr>
        <p:spPr>
          <a:xfrm>
            <a:off x="7899257" y="581046"/>
            <a:ext cx="1175168" cy="1442358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  <a:gd name="connsiteX0-105" fmla="*/ 764345 w 1620054"/>
              <a:gd name="connsiteY0-106" fmla="*/ 2327149 h 2327149"/>
              <a:gd name="connsiteX1-107" fmla="*/ 0 w 1620054"/>
              <a:gd name="connsiteY1-108" fmla="*/ 0 h 2327149"/>
              <a:gd name="connsiteX2-109" fmla="*/ 1620054 w 1620054"/>
              <a:gd name="connsiteY2-110" fmla="*/ 1535186 h 2327149"/>
              <a:gd name="connsiteX3-111" fmla="*/ 764345 w 1620054"/>
              <a:gd name="connsiteY3-112" fmla="*/ 2327149 h 2327149"/>
              <a:gd name="connsiteX0-113" fmla="*/ 1546397 w 2402106"/>
              <a:gd name="connsiteY0-114" fmla="*/ 1725570 h 1725570"/>
              <a:gd name="connsiteX1-115" fmla="*/ 0 w 2402106"/>
              <a:gd name="connsiteY1-116" fmla="*/ 0 h 1725570"/>
              <a:gd name="connsiteX2-117" fmla="*/ 2402106 w 2402106"/>
              <a:gd name="connsiteY2-118" fmla="*/ 933607 h 1725570"/>
              <a:gd name="connsiteX3-119" fmla="*/ 1546397 w 2402106"/>
              <a:gd name="connsiteY3-120" fmla="*/ 1725570 h 1725570"/>
              <a:gd name="connsiteX0-121" fmla="*/ 1546397 w 1656148"/>
              <a:gd name="connsiteY0-122" fmla="*/ 2897490 h 2897490"/>
              <a:gd name="connsiteX1-123" fmla="*/ 0 w 1656148"/>
              <a:gd name="connsiteY1-124" fmla="*/ 1171920 h 2897490"/>
              <a:gd name="connsiteX2-125" fmla="*/ 1656148 w 1656148"/>
              <a:gd name="connsiteY2-126" fmla="*/ 0 h 2897490"/>
              <a:gd name="connsiteX3-127" fmla="*/ 1546397 w 1656148"/>
              <a:gd name="connsiteY3-128" fmla="*/ 2897490 h 2897490"/>
              <a:gd name="connsiteX0-129" fmla="*/ 1546397 w 1546397"/>
              <a:gd name="connsiteY0-130" fmla="*/ 3258438 h 3258438"/>
              <a:gd name="connsiteX1-131" fmla="*/ 0 w 1546397"/>
              <a:gd name="connsiteY1-132" fmla="*/ 1532868 h 3258438"/>
              <a:gd name="connsiteX2-133" fmla="*/ 104074 w 1546397"/>
              <a:gd name="connsiteY2-134" fmla="*/ 0 h 3258438"/>
              <a:gd name="connsiteX3-135" fmla="*/ 1546397 w 1546397"/>
              <a:gd name="connsiteY3-136" fmla="*/ 3258438 h 3258438"/>
              <a:gd name="connsiteX0-137" fmla="*/ 1305765 w 1305765"/>
              <a:gd name="connsiteY0-138" fmla="*/ 1670270 h 1670270"/>
              <a:gd name="connsiteX1-139" fmla="*/ 0 w 1305765"/>
              <a:gd name="connsiteY1-140" fmla="*/ 1532868 h 1670270"/>
              <a:gd name="connsiteX2-141" fmla="*/ 104074 w 1305765"/>
              <a:gd name="connsiteY2-142" fmla="*/ 0 h 1670270"/>
              <a:gd name="connsiteX3-143" fmla="*/ 1305765 w 1305765"/>
              <a:gd name="connsiteY3-144" fmla="*/ 1670270 h 1670270"/>
              <a:gd name="connsiteX0-145" fmla="*/ 307144 w 307144"/>
              <a:gd name="connsiteY0-146" fmla="*/ 1249165 h 1532868"/>
              <a:gd name="connsiteX1-147" fmla="*/ 0 w 307144"/>
              <a:gd name="connsiteY1-148" fmla="*/ 1532868 h 1532868"/>
              <a:gd name="connsiteX2-149" fmla="*/ 104074 w 307144"/>
              <a:gd name="connsiteY2-150" fmla="*/ 0 h 1532868"/>
              <a:gd name="connsiteX3-151" fmla="*/ 307144 w 307144"/>
              <a:gd name="connsiteY3-152" fmla="*/ 1249165 h 1532868"/>
              <a:gd name="connsiteX0-153" fmla="*/ 728249 w 728249"/>
              <a:gd name="connsiteY0-154" fmla="*/ 1513860 h 1532868"/>
              <a:gd name="connsiteX1-155" fmla="*/ 0 w 728249"/>
              <a:gd name="connsiteY1-156" fmla="*/ 1532868 h 1532868"/>
              <a:gd name="connsiteX2-157" fmla="*/ 104074 w 728249"/>
              <a:gd name="connsiteY2-158" fmla="*/ 0 h 1532868"/>
              <a:gd name="connsiteX3-159" fmla="*/ 728249 w 728249"/>
              <a:gd name="connsiteY3-160" fmla="*/ 1513860 h 1532868"/>
              <a:gd name="connsiteX0-161" fmla="*/ 1273881 w 1273881"/>
              <a:gd name="connsiteY0-162" fmla="*/ 1574018 h 1593026"/>
              <a:gd name="connsiteX1-163" fmla="*/ 545632 w 1273881"/>
              <a:gd name="connsiteY1-164" fmla="*/ 1593026 h 1593026"/>
              <a:gd name="connsiteX2-165" fmla="*/ 0 w 1273881"/>
              <a:gd name="connsiteY2-166" fmla="*/ 0 h 1593026"/>
              <a:gd name="connsiteX3-167" fmla="*/ 1273881 w 1273881"/>
              <a:gd name="connsiteY3-168" fmla="*/ 1574018 h 1593026"/>
              <a:gd name="connsiteX0-169" fmla="*/ 1175168 w 1175168"/>
              <a:gd name="connsiteY0-170" fmla="*/ 1423350 h 1442358"/>
              <a:gd name="connsiteX1-171" fmla="*/ 446919 w 1175168"/>
              <a:gd name="connsiteY1-172" fmla="*/ 1442358 h 1442358"/>
              <a:gd name="connsiteX2-173" fmla="*/ 0 w 1175168"/>
              <a:gd name="connsiteY2-174" fmla="*/ 0 h 1442358"/>
              <a:gd name="connsiteX3-175" fmla="*/ 1175168 w 1175168"/>
              <a:gd name="connsiteY3-176" fmla="*/ 1423350 h 14423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75168" h="1442358">
                <a:moveTo>
                  <a:pt x="1175168" y="1423350"/>
                </a:moveTo>
                <a:lnTo>
                  <a:pt x="446919" y="1442358"/>
                </a:lnTo>
                <a:lnTo>
                  <a:pt x="0" y="0"/>
                </a:lnTo>
                <a:lnTo>
                  <a:pt x="1175168" y="1423350"/>
                </a:lnTo>
                <a:close/>
              </a:path>
            </a:pathLst>
          </a:custGeom>
          <a:gradFill>
            <a:gsLst>
              <a:gs pos="62000">
                <a:srgbClr val="52A4AE"/>
              </a:gs>
              <a:gs pos="35000">
                <a:srgbClr val="92BFB5"/>
              </a:gs>
            </a:gsLst>
            <a:lin ang="192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等腰三角形 21"/>
          <p:cNvSpPr/>
          <p:nvPr/>
        </p:nvSpPr>
        <p:spPr>
          <a:xfrm>
            <a:off x="7881294" y="664439"/>
            <a:ext cx="571839" cy="137645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  <a:gd name="connsiteX0-105" fmla="*/ 764345 w 1620054"/>
              <a:gd name="connsiteY0-106" fmla="*/ 2327149 h 2327149"/>
              <a:gd name="connsiteX1-107" fmla="*/ 0 w 1620054"/>
              <a:gd name="connsiteY1-108" fmla="*/ 0 h 2327149"/>
              <a:gd name="connsiteX2-109" fmla="*/ 1620054 w 1620054"/>
              <a:gd name="connsiteY2-110" fmla="*/ 1535186 h 2327149"/>
              <a:gd name="connsiteX3-111" fmla="*/ 764345 w 1620054"/>
              <a:gd name="connsiteY3-112" fmla="*/ 2327149 h 2327149"/>
              <a:gd name="connsiteX0-113" fmla="*/ 1546397 w 2402106"/>
              <a:gd name="connsiteY0-114" fmla="*/ 1725570 h 1725570"/>
              <a:gd name="connsiteX1-115" fmla="*/ 0 w 2402106"/>
              <a:gd name="connsiteY1-116" fmla="*/ 0 h 1725570"/>
              <a:gd name="connsiteX2-117" fmla="*/ 2402106 w 2402106"/>
              <a:gd name="connsiteY2-118" fmla="*/ 933607 h 1725570"/>
              <a:gd name="connsiteX3-119" fmla="*/ 1546397 w 2402106"/>
              <a:gd name="connsiteY3-120" fmla="*/ 1725570 h 1725570"/>
              <a:gd name="connsiteX0-121" fmla="*/ 1546397 w 1656148"/>
              <a:gd name="connsiteY0-122" fmla="*/ 2897490 h 2897490"/>
              <a:gd name="connsiteX1-123" fmla="*/ 0 w 1656148"/>
              <a:gd name="connsiteY1-124" fmla="*/ 1171920 h 2897490"/>
              <a:gd name="connsiteX2-125" fmla="*/ 1656148 w 1656148"/>
              <a:gd name="connsiteY2-126" fmla="*/ 0 h 2897490"/>
              <a:gd name="connsiteX3-127" fmla="*/ 1546397 w 1656148"/>
              <a:gd name="connsiteY3-128" fmla="*/ 2897490 h 2897490"/>
              <a:gd name="connsiteX0-129" fmla="*/ 1546397 w 1546397"/>
              <a:gd name="connsiteY0-130" fmla="*/ 3258438 h 3258438"/>
              <a:gd name="connsiteX1-131" fmla="*/ 0 w 1546397"/>
              <a:gd name="connsiteY1-132" fmla="*/ 1532868 h 3258438"/>
              <a:gd name="connsiteX2-133" fmla="*/ 104074 w 1546397"/>
              <a:gd name="connsiteY2-134" fmla="*/ 0 h 3258438"/>
              <a:gd name="connsiteX3-135" fmla="*/ 1546397 w 1546397"/>
              <a:gd name="connsiteY3-136" fmla="*/ 3258438 h 3258438"/>
              <a:gd name="connsiteX0-137" fmla="*/ 1305765 w 1305765"/>
              <a:gd name="connsiteY0-138" fmla="*/ 1670270 h 1670270"/>
              <a:gd name="connsiteX1-139" fmla="*/ 0 w 1305765"/>
              <a:gd name="connsiteY1-140" fmla="*/ 1532868 h 1670270"/>
              <a:gd name="connsiteX2-141" fmla="*/ 104074 w 1305765"/>
              <a:gd name="connsiteY2-142" fmla="*/ 0 h 1670270"/>
              <a:gd name="connsiteX3-143" fmla="*/ 1305765 w 1305765"/>
              <a:gd name="connsiteY3-144" fmla="*/ 1670270 h 1670270"/>
              <a:gd name="connsiteX0-145" fmla="*/ 307144 w 307144"/>
              <a:gd name="connsiteY0-146" fmla="*/ 1249165 h 1532868"/>
              <a:gd name="connsiteX1-147" fmla="*/ 0 w 307144"/>
              <a:gd name="connsiteY1-148" fmla="*/ 1532868 h 1532868"/>
              <a:gd name="connsiteX2-149" fmla="*/ 104074 w 307144"/>
              <a:gd name="connsiteY2-150" fmla="*/ 0 h 1532868"/>
              <a:gd name="connsiteX3-151" fmla="*/ 307144 w 307144"/>
              <a:gd name="connsiteY3-152" fmla="*/ 1249165 h 1532868"/>
              <a:gd name="connsiteX0-153" fmla="*/ 728249 w 728249"/>
              <a:gd name="connsiteY0-154" fmla="*/ 1513860 h 1532868"/>
              <a:gd name="connsiteX1-155" fmla="*/ 0 w 728249"/>
              <a:gd name="connsiteY1-156" fmla="*/ 1532868 h 1532868"/>
              <a:gd name="connsiteX2-157" fmla="*/ 104074 w 728249"/>
              <a:gd name="connsiteY2-158" fmla="*/ 0 h 1532868"/>
              <a:gd name="connsiteX3-159" fmla="*/ 728249 w 728249"/>
              <a:gd name="connsiteY3-160" fmla="*/ 1513860 h 1532868"/>
              <a:gd name="connsiteX0-161" fmla="*/ 1273881 w 1273881"/>
              <a:gd name="connsiteY0-162" fmla="*/ 1574018 h 1593026"/>
              <a:gd name="connsiteX1-163" fmla="*/ 545632 w 1273881"/>
              <a:gd name="connsiteY1-164" fmla="*/ 1593026 h 1593026"/>
              <a:gd name="connsiteX2-165" fmla="*/ 0 w 1273881"/>
              <a:gd name="connsiteY2-166" fmla="*/ 0 h 1593026"/>
              <a:gd name="connsiteX3-167" fmla="*/ 1273881 w 1273881"/>
              <a:gd name="connsiteY3-168" fmla="*/ 1574018 h 1593026"/>
              <a:gd name="connsiteX0-169" fmla="*/ 728249 w 728249"/>
              <a:gd name="connsiteY0-170" fmla="*/ 1369482 h 1388490"/>
              <a:gd name="connsiteX1-171" fmla="*/ 0 w 728249"/>
              <a:gd name="connsiteY1-172" fmla="*/ 1388490 h 1388490"/>
              <a:gd name="connsiteX2-173" fmla="*/ 272516 w 728249"/>
              <a:gd name="connsiteY2-174" fmla="*/ 0 h 1388490"/>
              <a:gd name="connsiteX3-175" fmla="*/ 728249 w 728249"/>
              <a:gd name="connsiteY3-176" fmla="*/ 1369482 h 1388490"/>
              <a:gd name="connsiteX0-177" fmla="*/ 487618 w 487618"/>
              <a:gd name="connsiteY0-178" fmla="*/ 1369482 h 1369482"/>
              <a:gd name="connsiteX1-179" fmla="*/ 0 w 487618"/>
              <a:gd name="connsiteY1-180" fmla="*/ 1364427 h 1369482"/>
              <a:gd name="connsiteX2-181" fmla="*/ 31885 w 487618"/>
              <a:gd name="connsiteY2-182" fmla="*/ 0 h 1369482"/>
              <a:gd name="connsiteX3-183" fmla="*/ 487618 w 487618"/>
              <a:gd name="connsiteY3-184" fmla="*/ 1369482 h 1369482"/>
              <a:gd name="connsiteX0-185" fmla="*/ 571839 w 571839"/>
              <a:gd name="connsiteY0-186" fmla="*/ 1369482 h 1376459"/>
              <a:gd name="connsiteX1-187" fmla="*/ 0 w 571839"/>
              <a:gd name="connsiteY1-188" fmla="*/ 1376459 h 1376459"/>
              <a:gd name="connsiteX2-189" fmla="*/ 116106 w 571839"/>
              <a:gd name="connsiteY2-190" fmla="*/ 0 h 1376459"/>
              <a:gd name="connsiteX3-191" fmla="*/ 571839 w 571839"/>
              <a:gd name="connsiteY3-192" fmla="*/ 1369482 h 1376459"/>
              <a:gd name="connsiteX0-193" fmla="*/ 571839 w 571839"/>
              <a:gd name="connsiteY0-194" fmla="*/ 1369482 h 1376459"/>
              <a:gd name="connsiteX1-195" fmla="*/ 0 w 571839"/>
              <a:gd name="connsiteY1-196" fmla="*/ 1376459 h 1376459"/>
              <a:gd name="connsiteX2-197" fmla="*/ 67979 w 571839"/>
              <a:gd name="connsiteY2-198" fmla="*/ 0 h 1376459"/>
              <a:gd name="connsiteX3-199" fmla="*/ 571839 w 571839"/>
              <a:gd name="connsiteY3-200" fmla="*/ 1369482 h 13764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1839" h="1376459">
                <a:moveTo>
                  <a:pt x="571839" y="1369482"/>
                </a:moveTo>
                <a:lnTo>
                  <a:pt x="0" y="1376459"/>
                </a:lnTo>
                <a:lnTo>
                  <a:pt x="67979" y="0"/>
                </a:lnTo>
                <a:lnTo>
                  <a:pt x="571839" y="1369482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等腰三角形 26"/>
          <p:cNvSpPr/>
          <p:nvPr/>
        </p:nvSpPr>
        <p:spPr>
          <a:xfrm flipV="1">
            <a:off x="10981437" y="1028695"/>
            <a:ext cx="1210563" cy="2096597"/>
          </a:xfrm>
          <a:prstGeom prst="triangle">
            <a:avLst>
              <a:gd name="adj" fmla="val 100000"/>
            </a:avLst>
          </a:prstGeom>
          <a:gradFill>
            <a:gsLst>
              <a:gs pos="63000">
                <a:srgbClr val="A7D2E5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5" name="组合 11"/>
          <p:cNvGrpSpPr/>
          <p:nvPr/>
        </p:nvGrpSpPr>
        <p:grpSpPr bwMode="auto">
          <a:xfrm>
            <a:off x="4789608" y="3503328"/>
            <a:ext cx="6297930" cy="1467485"/>
            <a:chOff x="737131" y="4486612"/>
            <a:chExt cx="6299026" cy="1468590"/>
          </a:xfrm>
        </p:grpSpPr>
        <p:sp>
          <p:nvSpPr>
            <p:cNvPr id="47" name="文本框 46"/>
            <p:cNvSpPr txBox="1"/>
            <p:nvPr/>
          </p:nvSpPr>
          <p:spPr>
            <a:xfrm>
              <a:off x="737131" y="5309556"/>
              <a:ext cx="6299026" cy="64564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3600" spc="0" dirty="0" smtClean="0">
                  <a:solidFill>
                    <a:srgbClr val="405E62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+mn-lt"/>
                  <a:ea typeface="+mn-ea"/>
                  <a:cs typeface="+mn-ea"/>
                  <a:sym typeface="+mn-lt"/>
                </a:rPr>
                <a:t>针对意象岗位如何制作简历</a:t>
              </a:r>
              <a:endParaRPr lang="zh-CN" altLang="en-US" sz="3600" spc="0" dirty="0" smtClean="0">
                <a:solidFill>
                  <a:srgbClr val="405E6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85008" y="4486612"/>
              <a:ext cx="3048530" cy="52361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cs typeface="Segoe UI Light" panose="020B0502040204020203" pitchFamily="34" charset="0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0" spc="0" dirty="0">
                  <a:solidFill>
                    <a:srgbClr val="405E62"/>
                  </a:solidFill>
                  <a:latin typeface="+mn-lt"/>
                  <a:ea typeface="+mn-ea"/>
                  <a:cs typeface="+mn-ea"/>
                  <a:sym typeface="+mn-lt"/>
                </a:rPr>
                <a:t>PART </a:t>
              </a:r>
              <a:r>
                <a:rPr lang="en-US" altLang="zh-CN" b="0" spc="0" dirty="0" smtClean="0">
                  <a:solidFill>
                    <a:srgbClr val="405E62"/>
                  </a:solidFill>
                  <a:latin typeface="+mn-lt"/>
                  <a:ea typeface="+mn-ea"/>
                  <a:cs typeface="+mn-ea"/>
                  <a:sym typeface="+mn-lt"/>
                </a:rPr>
                <a:t>TWO</a:t>
              </a:r>
              <a:endParaRPr lang="zh-CN" altLang="en-US" b="0" spc="0" dirty="0">
                <a:solidFill>
                  <a:srgbClr val="405E62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91700" y="1028694"/>
            <a:ext cx="3893974" cy="3893974"/>
            <a:chOff x="-630302" y="1714542"/>
            <a:chExt cx="4762837" cy="4762838"/>
          </a:xfrm>
        </p:grpSpPr>
        <p:sp>
          <p:nvSpPr>
            <p:cNvPr id="50" name="椭圆 49"/>
            <p:cNvSpPr/>
            <p:nvPr/>
          </p:nvSpPr>
          <p:spPr>
            <a:xfrm>
              <a:off x="-630302" y="1714542"/>
              <a:ext cx="4762837" cy="4762838"/>
            </a:xfrm>
            <a:prstGeom prst="ellipse">
              <a:avLst/>
            </a:prstGeom>
            <a:gradFill>
              <a:gsLst>
                <a:gs pos="65000">
                  <a:srgbClr val="B6D3B7">
                    <a:alpha val="0"/>
                  </a:srgbClr>
                </a:gs>
                <a:gs pos="0">
                  <a:srgbClr val="52A4AE">
                    <a:alpha val="34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-201830" y="2394188"/>
              <a:ext cx="3790331" cy="2710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800" dirty="0" smtClean="0">
                  <a:gradFill>
                    <a:gsLst>
                      <a:gs pos="0">
                        <a:srgbClr val="B6D3B7"/>
                      </a:gs>
                      <a:gs pos="98000">
                        <a:srgbClr val="52A4AE"/>
                      </a:gs>
                    </a:gsLst>
                    <a:lin ang="5400000" scaled="1"/>
                  </a:gra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cs typeface="+mn-ea"/>
                  <a:sym typeface="+mn-lt"/>
                </a:rPr>
                <a:t>02</a:t>
              </a:r>
              <a:endParaRPr lang="zh-CN" altLang="en-US" sz="13800" dirty="0">
                <a:gradFill>
                  <a:gsLst>
                    <a:gs pos="0">
                      <a:srgbClr val="B6D3B7"/>
                    </a:gs>
                    <a:gs pos="98000">
                      <a:srgbClr val="52A4AE"/>
                    </a:gs>
                  </a:gsLst>
                  <a:lin ang="5400000" scaled="1"/>
                </a:gra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52" name="等腰三角形 51"/>
          <p:cNvSpPr/>
          <p:nvPr/>
        </p:nvSpPr>
        <p:spPr>
          <a:xfrm flipV="1">
            <a:off x="10976024" y="1028694"/>
            <a:ext cx="1210563" cy="980579"/>
          </a:xfrm>
          <a:prstGeom prst="triangle">
            <a:avLst>
              <a:gd name="adj" fmla="val 100000"/>
            </a:avLst>
          </a:prstGeom>
          <a:gradFill>
            <a:gsLst>
              <a:gs pos="65000">
                <a:srgbClr val="5CACCF"/>
              </a:gs>
              <a:gs pos="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等腰三角形 21"/>
          <p:cNvSpPr/>
          <p:nvPr/>
        </p:nvSpPr>
        <p:spPr>
          <a:xfrm>
            <a:off x="9315405" y="-484853"/>
            <a:ext cx="1697920" cy="2760286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7920" h="2760286">
                <a:moveTo>
                  <a:pt x="0" y="2760286"/>
                </a:moveTo>
                <a:lnTo>
                  <a:pt x="77866" y="0"/>
                </a:lnTo>
                <a:lnTo>
                  <a:pt x="1697920" y="1535186"/>
                </a:lnTo>
                <a:lnTo>
                  <a:pt x="0" y="2760286"/>
                </a:lnTo>
                <a:close/>
              </a:path>
            </a:pathLst>
          </a:custGeom>
          <a:gradFill>
            <a:gsLst>
              <a:gs pos="93000">
                <a:srgbClr val="52A4AE"/>
              </a:gs>
              <a:gs pos="4000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等腰三角形 21"/>
          <p:cNvSpPr/>
          <p:nvPr/>
        </p:nvSpPr>
        <p:spPr>
          <a:xfrm>
            <a:off x="7854758" y="-615311"/>
            <a:ext cx="1569062" cy="2897490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75156 w 889348"/>
              <a:gd name="connsiteY0-34" fmla="*/ 789139 h 864296"/>
              <a:gd name="connsiteX1-35" fmla="*/ 0 w 889348"/>
              <a:gd name="connsiteY1-36" fmla="*/ 0 h 864296"/>
              <a:gd name="connsiteX2-37" fmla="*/ 889348 w 889348"/>
              <a:gd name="connsiteY2-38" fmla="*/ 864296 h 864296"/>
              <a:gd name="connsiteX3-39" fmla="*/ 75156 w 889348"/>
              <a:gd name="connsiteY3-40" fmla="*/ 789139 h 864296"/>
              <a:gd name="connsiteX0-41" fmla="*/ 0 w 814192"/>
              <a:gd name="connsiteY0-42" fmla="*/ 750503 h 825660"/>
              <a:gd name="connsiteX1-43" fmla="*/ 588106 w 814192"/>
              <a:gd name="connsiteY1-44" fmla="*/ 0 h 825660"/>
              <a:gd name="connsiteX2-45" fmla="*/ 814192 w 814192"/>
              <a:gd name="connsiteY2-46" fmla="*/ 825660 h 825660"/>
              <a:gd name="connsiteX3-47" fmla="*/ 0 w 814192"/>
              <a:gd name="connsiteY3-48" fmla="*/ 750503 h 825660"/>
              <a:gd name="connsiteX0-49" fmla="*/ 0 w 852829"/>
              <a:gd name="connsiteY0-50" fmla="*/ 698988 h 825660"/>
              <a:gd name="connsiteX1-51" fmla="*/ 626743 w 852829"/>
              <a:gd name="connsiteY1-52" fmla="*/ 0 h 825660"/>
              <a:gd name="connsiteX2-53" fmla="*/ 852829 w 852829"/>
              <a:gd name="connsiteY2-54" fmla="*/ 825660 h 825660"/>
              <a:gd name="connsiteX3-55" fmla="*/ 0 w 852829"/>
              <a:gd name="connsiteY3-56" fmla="*/ 698988 h 825660"/>
              <a:gd name="connsiteX0-57" fmla="*/ 0 w 839950"/>
              <a:gd name="connsiteY0-58" fmla="*/ 698988 h 864297"/>
              <a:gd name="connsiteX1-59" fmla="*/ 626743 w 839950"/>
              <a:gd name="connsiteY1-60" fmla="*/ 0 h 864297"/>
              <a:gd name="connsiteX2-61" fmla="*/ 839950 w 839950"/>
              <a:gd name="connsiteY2-62" fmla="*/ 864297 h 864297"/>
              <a:gd name="connsiteX3-63" fmla="*/ 0 w 839950"/>
              <a:gd name="connsiteY3-64" fmla="*/ 698988 h 864297"/>
              <a:gd name="connsiteX0-65" fmla="*/ 0 w 988057"/>
              <a:gd name="connsiteY0-66" fmla="*/ 698988 h 1218466"/>
              <a:gd name="connsiteX1-67" fmla="*/ 626743 w 988057"/>
              <a:gd name="connsiteY1-68" fmla="*/ 0 h 1218466"/>
              <a:gd name="connsiteX2-69" fmla="*/ 988057 w 988057"/>
              <a:gd name="connsiteY2-70" fmla="*/ 1218466 h 1218466"/>
              <a:gd name="connsiteX3-71" fmla="*/ 0 w 988057"/>
              <a:gd name="connsiteY3-72" fmla="*/ 698988 h 1218466"/>
              <a:gd name="connsiteX0-73" fmla="*/ 0 w 1702129"/>
              <a:gd name="connsiteY0-74" fmla="*/ 666791 h 1186269"/>
              <a:gd name="connsiteX1-75" fmla="*/ 1702129 w 1702129"/>
              <a:gd name="connsiteY1-76" fmla="*/ 0 h 1186269"/>
              <a:gd name="connsiteX2-77" fmla="*/ 988057 w 1702129"/>
              <a:gd name="connsiteY2-78" fmla="*/ 1186269 h 1186269"/>
              <a:gd name="connsiteX3-79" fmla="*/ 0 w 1702129"/>
              <a:gd name="connsiteY3-80" fmla="*/ 666791 h 1186269"/>
              <a:gd name="connsiteX0-81" fmla="*/ 0 w 988057"/>
              <a:gd name="connsiteY0-82" fmla="*/ 2639970 h 3159448"/>
              <a:gd name="connsiteX1-83" fmla="*/ 65835 w 988057"/>
              <a:gd name="connsiteY1-84" fmla="*/ 0 h 3159448"/>
              <a:gd name="connsiteX2-85" fmla="*/ 988057 w 988057"/>
              <a:gd name="connsiteY2-86" fmla="*/ 3159448 h 3159448"/>
              <a:gd name="connsiteX3-87" fmla="*/ 0 w 988057"/>
              <a:gd name="connsiteY3-88" fmla="*/ 2639970 h 3159448"/>
              <a:gd name="connsiteX0-89" fmla="*/ 0 w 1697920"/>
              <a:gd name="connsiteY0-90" fmla="*/ 2639970 h 2639970"/>
              <a:gd name="connsiteX1-91" fmla="*/ 65835 w 1697920"/>
              <a:gd name="connsiteY1-92" fmla="*/ 0 h 2639970"/>
              <a:gd name="connsiteX2-93" fmla="*/ 1697920 w 1697920"/>
              <a:gd name="connsiteY2-94" fmla="*/ 1414870 h 2639970"/>
              <a:gd name="connsiteX3-95" fmla="*/ 0 w 1697920"/>
              <a:gd name="connsiteY3-96" fmla="*/ 2639970 h 2639970"/>
              <a:gd name="connsiteX0-97" fmla="*/ 0 w 1697920"/>
              <a:gd name="connsiteY0-98" fmla="*/ 2760286 h 2760286"/>
              <a:gd name="connsiteX1-99" fmla="*/ 77866 w 1697920"/>
              <a:gd name="connsiteY1-100" fmla="*/ 0 h 2760286"/>
              <a:gd name="connsiteX2-101" fmla="*/ 1697920 w 1697920"/>
              <a:gd name="connsiteY2-102" fmla="*/ 1535186 h 2760286"/>
              <a:gd name="connsiteX3-103" fmla="*/ 0 w 1697920"/>
              <a:gd name="connsiteY3-104" fmla="*/ 2760286 h 2760286"/>
              <a:gd name="connsiteX0-105" fmla="*/ 764345 w 1620054"/>
              <a:gd name="connsiteY0-106" fmla="*/ 2327149 h 2327149"/>
              <a:gd name="connsiteX1-107" fmla="*/ 0 w 1620054"/>
              <a:gd name="connsiteY1-108" fmla="*/ 0 h 2327149"/>
              <a:gd name="connsiteX2-109" fmla="*/ 1620054 w 1620054"/>
              <a:gd name="connsiteY2-110" fmla="*/ 1535186 h 2327149"/>
              <a:gd name="connsiteX3-111" fmla="*/ 764345 w 1620054"/>
              <a:gd name="connsiteY3-112" fmla="*/ 2327149 h 2327149"/>
              <a:gd name="connsiteX0-113" fmla="*/ 1546397 w 2402106"/>
              <a:gd name="connsiteY0-114" fmla="*/ 1725570 h 1725570"/>
              <a:gd name="connsiteX1-115" fmla="*/ 0 w 2402106"/>
              <a:gd name="connsiteY1-116" fmla="*/ 0 h 1725570"/>
              <a:gd name="connsiteX2-117" fmla="*/ 2402106 w 2402106"/>
              <a:gd name="connsiteY2-118" fmla="*/ 933607 h 1725570"/>
              <a:gd name="connsiteX3-119" fmla="*/ 1546397 w 2402106"/>
              <a:gd name="connsiteY3-120" fmla="*/ 1725570 h 1725570"/>
              <a:gd name="connsiteX0-121" fmla="*/ 1546397 w 1656148"/>
              <a:gd name="connsiteY0-122" fmla="*/ 2897490 h 2897490"/>
              <a:gd name="connsiteX1-123" fmla="*/ 0 w 1656148"/>
              <a:gd name="connsiteY1-124" fmla="*/ 1171920 h 2897490"/>
              <a:gd name="connsiteX2-125" fmla="*/ 1656148 w 1656148"/>
              <a:gd name="connsiteY2-126" fmla="*/ 0 h 2897490"/>
              <a:gd name="connsiteX3-127" fmla="*/ 1546397 w 1656148"/>
              <a:gd name="connsiteY3-128" fmla="*/ 2897490 h 2897490"/>
              <a:gd name="connsiteX0-129" fmla="*/ 1459311 w 1569062"/>
              <a:gd name="connsiteY0-130" fmla="*/ 2897490 h 2897490"/>
              <a:gd name="connsiteX1-131" fmla="*/ 0 w 1569062"/>
              <a:gd name="connsiteY1-132" fmla="*/ 1229977 h 2897490"/>
              <a:gd name="connsiteX2-133" fmla="*/ 1569062 w 1569062"/>
              <a:gd name="connsiteY2-134" fmla="*/ 0 h 2897490"/>
              <a:gd name="connsiteX3-135" fmla="*/ 1459311 w 1569062"/>
              <a:gd name="connsiteY3-136" fmla="*/ 2897490 h 28974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569062" h="2897490">
                <a:moveTo>
                  <a:pt x="1459311" y="2897490"/>
                </a:moveTo>
                <a:lnTo>
                  <a:pt x="0" y="1229977"/>
                </a:lnTo>
                <a:lnTo>
                  <a:pt x="1569062" y="0"/>
                </a:lnTo>
                <a:lnTo>
                  <a:pt x="1459311" y="2897490"/>
                </a:lnTo>
                <a:close/>
              </a:path>
            </a:pathLst>
          </a:custGeom>
          <a:gradFill>
            <a:gsLst>
              <a:gs pos="100000">
                <a:srgbClr val="52A4AE"/>
              </a:gs>
              <a:gs pos="37000">
                <a:srgbClr val="92BFB5"/>
              </a:gs>
            </a:gsLst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5" name="等腰三角形 21"/>
          <p:cNvSpPr/>
          <p:nvPr/>
        </p:nvSpPr>
        <p:spPr>
          <a:xfrm rot="19016716">
            <a:off x="7429689" y="1625281"/>
            <a:ext cx="749276" cy="47365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13510" h="1200099">
                <a:moveTo>
                  <a:pt x="545691" y="1200100"/>
                </a:moveTo>
                <a:lnTo>
                  <a:pt x="0" y="287234"/>
                </a:lnTo>
                <a:lnTo>
                  <a:pt x="1113511" y="0"/>
                </a:lnTo>
                <a:lnTo>
                  <a:pt x="545691" y="1200100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300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等腰三角形 21"/>
          <p:cNvSpPr/>
          <p:nvPr/>
        </p:nvSpPr>
        <p:spPr>
          <a:xfrm rot="19016716">
            <a:off x="6932975" y="1332339"/>
            <a:ext cx="813578" cy="553129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09070" h="1401450">
                <a:moveTo>
                  <a:pt x="302414" y="1401450"/>
                </a:moveTo>
                <a:lnTo>
                  <a:pt x="0" y="1"/>
                </a:lnTo>
                <a:lnTo>
                  <a:pt x="1209069" y="699361"/>
                </a:lnTo>
                <a:lnTo>
                  <a:pt x="302414" y="1401450"/>
                </a:lnTo>
                <a:close/>
              </a:path>
            </a:pathLst>
          </a:custGeom>
          <a:gradFill>
            <a:gsLst>
              <a:gs pos="92000">
                <a:srgbClr val="92BFB5"/>
              </a:gs>
              <a:gs pos="3000">
                <a:srgbClr val="B6D3B7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7" name="等腰三角形 21"/>
          <p:cNvSpPr/>
          <p:nvPr/>
        </p:nvSpPr>
        <p:spPr>
          <a:xfrm rot="19016716">
            <a:off x="6404298" y="1055749"/>
            <a:ext cx="493101" cy="564862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0 w 1451958"/>
              <a:gd name="connsiteY0-74" fmla="*/ 699715 h 699715"/>
              <a:gd name="connsiteX1-75" fmla="*/ 242889 w 1451958"/>
              <a:gd name="connsiteY1-76" fmla="*/ 1 h 699715"/>
              <a:gd name="connsiteX2-77" fmla="*/ 1451958 w 1451958"/>
              <a:gd name="connsiteY2-78" fmla="*/ 699361 h 699715"/>
              <a:gd name="connsiteX3-79" fmla="*/ 0 w 1451958"/>
              <a:gd name="connsiteY3-80" fmla="*/ 699715 h 699715"/>
              <a:gd name="connsiteX0-81" fmla="*/ 0 w 732805"/>
              <a:gd name="connsiteY0-82" fmla="*/ 699715 h 1431177"/>
              <a:gd name="connsiteX1-83" fmla="*/ 242889 w 732805"/>
              <a:gd name="connsiteY1-84" fmla="*/ 1 h 1431177"/>
              <a:gd name="connsiteX2-85" fmla="*/ 732804 w 732805"/>
              <a:gd name="connsiteY2-86" fmla="*/ 1431176 h 1431177"/>
              <a:gd name="connsiteX3-87" fmla="*/ 0 w 732805"/>
              <a:gd name="connsiteY3-88" fmla="*/ 699715 h 14311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32805" h="1431177">
                <a:moveTo>
                  <a:pt x="0" y="699715"/>
                </a:moveTo>
                <a:lnTo>
                  <a:pt x="242889" y="1"/>
                </a:lnTo>
                <a:lnTo>
                  <a:pt x="732804" y="1431176"/>
                </a:lnTo>
                <a:lnTo>
                  <a:pt x="0" y="699715"/>
                </a:lnTo>
                <a:close/>
              </a:path>
            </a:pathLst>
          </a:custGeom>
          <a:gradFill>
            <a:gsLst>
              <a:gs pos="92000">
                <a:srgbClr val="52A4AE"/>
              </a:gs>
              <a:gs pos="3000">
                <a:srgbClr val="92BFB5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8" name="等腰三角形 21"/>
          <p:cNvSpPr/>
          <p:nvPr/>
        </p:nvSpPr>
        <p:spPr>
          <a:xfrm rot="19016716">
            <a:off x="6519455" y="1855065"/>
            <a:ext cx="420702" cy="399392"/>
          </a:xfrm>
          <a:custGeom>
            <a:avLst/>
            <a:gdLst>
              <a:gd name="connsiteX0" fmla="*/ 0 w 826718"/>
              <a:gd name="connsiteY0" fmla="*/ 851770 h 851770"/>
              <a:gd name="connsiteX1" fmla="*/ 413359 w 826718"/>
              <a:gd name="connsiteY1" fmla="*/ 0 h 851770"/>
              <a:gd name="connsiteX2" fmla="*/ 826718 w 826718"/>
              <a:gd name="connsiteY2" fmla="*/ 851770 h 851770"/>
              <a:gd name="connsiteX3" fmla="*/ 0 w 826718"/>
              <a:gd name="connsiteY3" fmla="*/ 851770 h 851770"/>
              <a:gd name="connsiteX0-1" fmla="*/ 0 w 826718"/>
              <a:gd name="connsiteY0-2" fmla="*/ 851770 h 851770"/>
              <a:gd name="connsiteX1-3" fmla="*/ 37578 w 826718"/>
              <a:gd name="connsiteY1-4" fmla="*/ 0 h 851770"/>
              <a:gd name="connsiteX2-5" fmla="*/ 826718 w 826718"/>
              <a:gd name="connsiteY2-6" fmla="*/ 851770 h 851770"/>
              <a:gd name="connsiteX3-7" fmla="*/ 0 w 826718"/>
              <a:gd name="connsiteY3-8" fmla="*/ 851770 h 851770"/>
              <a:gd name="connsiteX0-9" fmla="*/ 0 w 1127342"/>
              <a:gd name="connsiteY0-10" fmla="*/ 851770 h 851770"/>
              <a:gd name="connsiteX1-11" fmla="*/ 37578 w 1127342"/>
              <a:gd name="connsiteY1-12" fmla="*/ 0 h 851770"/>
              <a:gd name="connsiteX2-13" fmla="*/ 1127342 w 1127342"/>
              <a:gd name="connsiteY2-14" fmla="*/ 425885 h 851770"/>
              <a:gd name="connsiteX3-15" fmla="*/ 0 w 1127342"/>
              <a:gd name="connsiteY3-16" fmla="*/ 851770 h 851770"/>
              <a:gd name="connsiteX0-17" fmla="*/ 288099 w 1089764"/>
              <a:gd name="connsiteY0-18" fmla="*/ 801665 h 801665"/>
              <a:gd name="connsiteX1-19" fmla="*/ 0 w 1089764"/>
              <a:gd name="connsiteY1-20" fmla="*/ 0 h 801665"/>
              <a:gd name="connsiteX2-21" fmla="*/ 1089764 w 1089764"/>
              <a:gd name="connsiteY2-22" fmla="*/ 425885 h 801665"/>
              <a:gd name="connsiteX3-23" fmla="*/ 288099 w 1089764"/>
              <a:gd name="connsiteY3-24" fmla="*/ 801665 h 801665"/>
              <a:gd name="connsiteX0-25" fmla="*/ 75156 w 1089764"/>
              <a:gd name="connsiteY0-26" fmla="*/ 789139 h 789139"/>
              <a:gd name="connsiteX1-27" fmla="*/ 0 w 1089764"/>
              <a:gd name="connsiteY1-28" fmla="*/ 0 h 789139"/>
              <a:gd name="connsiteX2-29" fmla="*/ 1089764 w 1089764"/>
              <a:gd name="connsiteY2-30" fmla="*/ 425885 h 789139"/>
              <a:gd name="connsiteX3-31" fmla="*/ 75156 w 1089764"/>
              <a:gd name="connsiteY3-32" fmla="*/ 789139 h 789139"/>
              <a:gd name="connsiteX0-33" fmla="*/ 487232 w 1089764"/>
              <a:gd name="connsiteY0-34" fmla="*/ 1153500 h 1153499"/>
              <a:gd name="connsiteX1-35" fmla="*/ 0 w 1089764"/>
              <a:gd name="connsiteY1-36" fmla="*/ 0 h 1153499"/>
              <a:gd name="connsiteX2-37" fmla="*/ 1089764 w 1089764"/>
              <a:gd name="connsiteY2-38" fmla="*/ 425885 h 1153499"/>
              <a:gd name="connsiteX3-39" fmla="*/ 487232 w 1089764"/>
              <a:gd name="connsiteY3-40" fmla="*/ 1153500 h 1153499"/>
              <a:gd name="connsiteX0-41" fmla="*/ 545691 w 1148223"/>
              <a:gd name="connsiteY0-42" fmla="*/ 912867 h 912866"/>
              <a:gd name="connsiteX1-43" fmla="*/ 0 w 1148223"/>
              <a:gd name="connsiteY1-44" fmla="*/ 1 h 912866"/>
              <a:gd name="connsiteX2-45" fmla="*/ 1148223 w 1148223"/>
              <a:gd name="connsiteY2-46" fmla="*/ 185252 h 912866"/>
              <a:gd name="connsiteX3-47" fmla="*/ 545691 w 1148223"/>
              <a:gd name="connsiteY3-48" fmla="*/ 912867 h 912866"/>
              <a:gd name="connsiteX0-49" fmla="*/ 545691 w 1113510"/>
              <a:gd name="connsiteY0-50" fmla="*/ 1200100 h 1200099"/>
              <a:gd name="connsiteX1-51" fmla="*/ 0 w 1113510"/>
              <a:gd name="connsiteY1-52" fmla="*/ 287234 h 1200099"/>
              <a:gd name="connsiteX2-53" fmla="*/ 1113511 w 1113510"/>
              <a:gd name="connsiteY2-54" fmla="*/ 0 h 1200099"/>
              <a:gd name="connsiteX3-55" fmla="*/ 545691 w 1113510"/>
              <a:gd name="connsiteY3-56" fmla="*/ 1200100 h 1200099"/>
              <a:gd name="connsiteX0-57" fmla="*/ 302414 w 1113511"/>
              <a:gd name="connsiteY0-58" fmla="*/ 1688683 h 1688683"/>
              <a:gd name="connsiteX1-59" fmla="*/ 0 w 1113511"/>
              <a:gd name="connsiteY1-60" fmla="*/ 287234 h 1688683"/>
              <a:gd name="connsiteX2-61" fmla="*/ 1113511 w 1113511"/>
              <a:gd name="connsiteY2-62" fmla="*/ 0 h 1688683"/>
              <a:gd name="connsiteX3-63" fmla="*/ 302414 w 1113511"/>
              <a:gd name="connsiteY3-64" fmla="*/ 1688683 h 1688683"/>
              <a:gd name="connsiteX0-65" fmla="*/ 302414 w 1209070"/>
              <a:gd name="connsiteY0-66" fmla="*/ 1401450 h 1401450"/>
              <a:gd name="connsiteX1-67" fmla="*/ 0 w 1209070"/>
              <a:gd name="connsiteY1-68" fmla="*/ 1 h 1401450"/>
              <a:gd name="connsiteX2-69" fmla="*/ 1209069 w 1209070"/>
              <a:gd name="connsiteY2-70" fmla="*/ 699361 h 1401450"/>
              <a:gd name="connsiteX3-71" fmla="*/ 302414 w 1209070"/>
              <a:gd name="connsiteY3-72" fmla="*/ 1401450 h 1401450"/>
              <a:gd name="connsiteX0-73" fmla="*/ 0 w 1451958"/>
              <a:gd name="connsiteY0-74" fmla="*/ 699715 h 699715"/>
              <a:gd name="connsiteX1-75" fmla="*/ 242889 w 1451958"/>
              <a:gd name="connsiteY1-76" fmla="*/ 1 h 699715"/>
              <a:gd name="connsiteX2-77" fmla="*/ 1451958 w 1451958"/>
              <a:gd name="connsiteY2-78" fmla="*/ 699361 h 699715"/>
              <a:gd name="connsiteX3-79" fmla="*/ 0 w 1451958"/>
              <a:gd name="connsiteY3-80" fmla="*/ 699715 h 699715"/>
              <a:gd name="connsiteX0-81" fmla="*/ 0 w 732805"/>
              <a:gd name="connsiteY0-82" fmla="*/ 699715 h 1431177"/>
              <a:gd name="connsiteX1-83" fmla="*/ 242889 w 732805"/>
              <a:gd name="connsiteY1-84" fmla="*/ 1 h 1431177"/>
              <a:gd name="connsiteX2-85" fmla="*/ 732804 w 732805"/>
              <a:gd name="connsiteY2-86" fmla="*/ 1431176 h 1431177"/>
              <a:gd name="connsiteX3-87" fmla="*/ 0 w 732805"/>
              <a:gd name="connsiteY3-88" fmla="*/ 699715 h 1431177"/>
              <a:gd name="connsiteX0-89" fmla="*/ 0 w 732804"/>
              <a:gd name="connsiteY0-90" fmla="*/ 424454 h 1155916"/>
              <a:gd name="connsiteX1-91" fmla="*/ 703793 w 732804"/>
              <a:gd name="connsiteY1-92" fmla="*/ 1 h 1155916"/>
              <a:gd name="connsiteX2-93" fmla="*/ 732804 w 732804"/>
              <a:gd name="connsiteY2-94" fmla="*/ 1155915 h 1155916"/>
              <a:gd name="connsiteX3-95" fmla="*/ 0 w 732804"/>
              <a:gd name="connsiteY3-96" fmla="*/ 424454 h 1155916"/>
              <a:gd name="connsiteX0-97" fmla="*/ 0 w 703794"/>
              <a:gd name="connsiteY0-98" fmla="*/ 424454 h 1436384"/>
              <a:gd name="connsiteX1-99" fmla="*/ 703793 w 703794"/>
              <a:gd name="connsiteY1-100" fmla="*/ 1 h 1436384"/>
              <a:gd name="connsiteX2-101" fmla="*/ 358875 w 703794"/>
              <a:gd name="connsiteY2-102" fmla="*/ 1436384 h 1436384"/>
              <a:gd name="connsiteX3-103" fmla="*/ 0 w 703794"/>
              <a:gd name="connsiteY3-104" fmla="*/ 424454 h 1436384"/>
              <a:gd name="connsiteX0-105" fmla="*/ 0 w 625213"/>
              <a:gd name="connsiteY0-106" fmla="*/ 0 h 1011930"/>
              <a:gd name="connsiteX1-107" fmla="*/ 625212 w 625213"/>
              <a:gd name="connsiteY1-108" fmla="*/ 76158 h 1011930"/>
              <a:gd name="connsiteX2-109" fmla="*/ 358875 w 625213"/>
              <a:gd name="connsiteY2-110" fmla="*/ 1011930 h 1011930"/>
              <a:gd name="connsiteX3-111" fmla="*/ 0 w 625213"/>
              <a:gd name="connsiteY3-112" fmla="*/ 0 h 10119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25213" h="1011930">
                <a:moveTo>
                  <a:pt x="0" y="0"/>
                </a:moveTo>
                <a:lnTo>
                  <a:pt x="625212" y="76158"/>
                </a:lnTo>
                <a:lnTo>
                  <a:pt x="358875" y="101193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2000">
                <a:srgbClr val="92BFB5"/>
              </a:gs>
              <a:gs pos="3000">
                <a:srgbClr val="B6D3B7"/>
              </a:gs>
            </a:gsLst>
            <a:lin ang="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bldLvl="0" animBg="1"/>
          <p:bldP spid="25" grpId="0" bldLvl="0" animBg="1"/>
          <p:bldP spid="26" grpId="0" bldLvl="0" animBg="1"/>
          <p:bldP spid="27" grpId="0" bldLvl="0" animBg="1"/>
          <p:bldP spid="52" grpId="0" bldLvl="0" animBg="1"/>
          <p:bldP spid="53" grpId="0" bldLvl="0" animBg="1"/>
          <p:bldP spid="54" grpId="0" bldLvl="0" animBg="1"/>
          <p:bldP spid="55" grpId="0" bldLvl="0" animBg="1"/>
          <p:bldP spid="56" grpId="0" bldLvl="0" animBg="1"/>
          <p:bldP spid="57" grpId="0" bldLvl="0" animBg="1"/>
          <p:bldP spid="58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3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6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bldLvl="0" animBg="1"/>
          <p:bldP spid="25" grpId="0" bldLvl="0" animBg="1"/>
          <p:bldP spid="26" grpId="0" bldLvl="0" animBg="1"/>
          <p:bldP spid="27" grpId="0" bldLvl="0" animBg="1"/>
          <p:bldP spid="52" grpId="0" bldLvl="0" animBg="1"/>
          <p:bldP spid="53" grpId="0" bldLvl="0" animBg="1"/>
          <p:bldP spid="54" grpId="0" bldLvl="0" animBg="1"/>
          <p:bldP spid="55" grpId="0" bldLvl="0" animBg="1"/>
          <p:bldP spid="56" grpId="0" bldLvl="0" animBg="1"/>
          <p:bldP spid="57" grpId="0" bldLvl="0" animBg="1"/>
          <p:bldP spid="58" grpId="0" bldLvl="0" animBg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52345" y="549275"/>
            <a:ext cx="76866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400" b="1" dirty="0"/>
              <a:t>收集职位信息的渠道有哪些？</a:t>
            </a:r>
            <a:endParaRPr kumimoji="1" lang="zh-CN" altLang="en-US" sz="4400" b="1" dirty="0"/>
          </a:p>
        </p:txBody>
      </p:sp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 rot="2700000">
            <a:off x="3719489" y="1985914"/>
            <a:ext cx="1934242" cy="1934242"/>
          </a:xfrm>
          <a:prstGeom prst="roundRect">
            <a:avLst/>
          </a:prstGeom>
          <a:noFill/>
          <a:ln>
            <a:solidFill>
              <a:srgbClr val="02BBF3"/>
            </a:solidFill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 rot="2700000">
            <a:off x="1868813" y="3652101"/>
            <a:ext cx="1934242" cy="1934242"/>
          </a:xfrm>
          <a:prstGeom prst="roundRect">
            <a:avLst/>
          </a:prstGeom>
          <a:noFill/>
          <a:ln>
            <a:solidFill>
              <a:srgbClr val="00D0FF"/>
            </a:solidFill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 rot="2700000">
            <a:off x="7242778" y="1985914"/>
            <a:ext cx="1934242" cy="1934242"/>
          </a:xfrm>
          <a:prstGeom prst="roundRect">
            <a:avLst/>
          </a:prstGeom>
          <a:noFill/>
          <a:ln>
            <a:solidFill>
              <a:srgbClr val="0097DB"/>
            </a:solidFill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 rot="2700000">
            <a:off x="5633803" y="3866159"/>
            <a:ext cx="1934242" cy="1934242"/>
          </a:xfrm>
          <a:prstGeom prst="roundRect">
            <a:avLst/>
          </a:prstGeom>
          <a:noFill/>
          <a:ln>
            <a:solidFill>
              <a:srgbClr val="01A9E7"/>
            </a:solidFill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 rot="2700000">
            <a:off x="1868170" y="3503609"/>
            <a:ext cx="1934242" cy="1934242"/>
          </a:xfrm>
          <a:prstGeom prst="roundRect">
            <a:avLst/>
          </a:prstGeom>
          <a:solidFill>
            <a:srgbClr val="00D0FF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6"/>
            </p:custDataLst>
          </p:nvPr>
        </p:nvSpPr>
        <p:spPr>
          <a:xfrm rot="2700000">
            <a:off x="3718845" y="1837423"/>
            <a:ext cx="1934242" cy="1934242"/>
          </a:xfrm>
          <a:prstGeom prst="roundRect">
            <a:avLst/>
          </a:prstGeom>
          <a:solidFill>
            <a:srgbClr val="02BBF3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7"/>
            </p:custDataLst>
          </p:nvPr>
        </p:nvSpPr>
        <p:spPr>
          <a:xfrm rot="2700000">
            <a:off x="7242135" y="1837423"/>
            <a:ext cx="1934242" cy="1934242"/>
          </a:xfrm>
          <a:prstGeom prst="roundRect">
            <a:avLst/>
          </a:prstGeom>
          <a:solidFill>
            <a:srgbClr val="02BBF3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 rot="2700000">
            <a:off x="5633803" y="3717668"/>
            <a:ext cx="1934242" cy="1934242"/>
          </a:xfrm>
          <a:prstGeom prst="roundRect">
            <a:avLst/>
          </a:prstGeom>
          <a:solidFill>
            <a:srgbClr val="01A9E7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>
            <p:custDataLst>
              <p:tags r:id="rId9"/>
            </p:custDataLst>
          </p:nvPr>
        </p:nvSpPr>
        <p:spPr>
          <a:xfrm rot="2700000">
            <a:off x="4418232" y="1337310"/>
            <a:ext cx="536111" cy="536111"/>
          </a:xfrm>
          <a:prstGeom prst="roundRect">
            <a:avLst>
              <a:gd name="adj" fmla="val 20982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>
            <p:custDataLst>
              <p:tags r:id="rId10"/>
            </p:custDataLst>
          </p:nvPr>
        </p:nvSpPr>
        <p:spPr>
          <a:xfrm rot="2700000">
            <a:off x="2568200" y="5501490"/>
            <a:ext cx="536111" cy="536111"/>
          </a:xfrm>
          <a:prstGeom prst="roundRect">
            <a:avLst>
              <a:gd name="adj" fmla="val 20982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>
            <p:custDataLst>
              <p:tags r:id="rId11"/>
            </p:custDataLst>
          </p:nvPr>
        </p:nvSpPr>
        <p:spPr>
          <a:xfrm rot="2700000">
            <a:off x="6333189" y="5714906"/>
            <a:ext cx="536111" cy="536111"/>
          </a:xfrm>
          <a:prstGeom prst="roundRect">
            <a:avLst>
              <a:gd name="adj" fmla="val 20982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>
            <p:custDataLst>
              <p:tags r:id="rId12"/>
            </p:custDataLst>
          </p:nvPr>
        </p:nvSpPr>
        <p:spPr>
          <a:xfrm rot="2700000">
            <a:off x="7942165" y="1337310"/>
            <a:ext cx="536111" cy="536111"/>
          </a:xfrm>
          <a:prstGeom prst="roundRect">
            <a:avLst>
              <a:gd name="adj" fmla="val 20982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ctr" rotWithShape="0">
              <a:srgbClr val="000000">
                <a:alpha val="29000"/>
              </a:srgbClr>
            </a:outerShdw>
          </a:effec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4444588" y="1452374"/>
            <a:ext cx="483400" cy="307267"/>
          </a:xfrm>
          <a:prstGeom prst="rect">
            <a:avLst/>
          </a:prstGeom>
          <a:noFill/>
        </p:spPr>
        <p:txBody>
          <a:bodyPr wrap="square" bIns="0" rtlCol="0">
            <a:normAutofit fontScale="67500"/>
          </a:bodyPr>
          <a:lstStyle/>
          <a:p>
            <a:pPr algn="ctr"/>
            <a:r>
              <a:rPr lang="en-US" altLang="zh-CN" sz="2000" spc="300">
                <a:solidFill>
                  <a:srgbClr val="02BBF3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02</a:t>
            </a:r>
            <a:endParaRPr lang="en-US" altLang="zh-CN" sz="2000" spc="300">
              <a:solidFill>
                <a:srgbClr val="02BBF3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4"/>
            </p:custDataLst>
          </p:nvPr>
        </p:nvSpPr>
        <p:spPr>
          <a:xfrm>
            <a:off x="2593913" y="5615912"/>
            <a:ext cx="483400" cy="307267"/>
          </a:xfrm>
          <a:prstGeom prst="rect">
            <a:avLst/>
          </a:prstGeom>
          <a:noFill/>
        </p:spPr>
        <p:txBody>
          <a:bodyPr wrap="square" bIns="0" rtlCol="0">
            <a:normAutofit fontScale="75000"/>
          </a:bodyPr>
          <a:lstStyle/>
          <a:p>
            <a:pPr algn="ctr"/>
            <a:r>
              <a:rPr lang="en-US" altLang="zh-CN" sz="2000" spc="300">
                <a:solidFill>
                  <a:srgbClr val="00D0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01</a:t>
            </a:r>
            <a:endParaRPr lang="en-US" altLang="zh-CN" sz="2000" spc="300">
              <a:solidFill>
                <a:srgbClr val="00D0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6360188" y="5829971"/>
            <a:ext cx="483400" cy="307267"/>
          </a:xfrm>
          <a:prstGeom prst="rect">
            <a:avLst/>
          </a:prstGeom>
          <a:noFill/>
        </p:spPr>
        <p:txBody>
          <a:bodyPr wrap="square" bIns="0" rtlCol="0">
            <a:normAutofit fontScale="67500"/>
          </a:bodyPr>
          <a:lstStyle/>
          <a:p>
            <a:pPr algn="ctr"/>
            <a:r>
              <a:rPr lang="en-US" altLang="zh-CN" sz="2000" spc="300">
                <a:solidFill>
                  <a:srgbClr val="01A9E7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03</a:t>
            </a:r>
            <a:endParaRPr lang="en-US" altLang="zh-CN" sz="2000" spc="300">
              <a:solidFill>
                <a:srgbClr val="01A9E7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ctr"/>
            <a:endParaRPr lang="en-US" altLang="zh-CN" sz="2000" spc="300">
              <a:solidFill>
                <a:srgbClr val="01A9E7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6"/>
            </p:custDataLst>
          </p:nvPr>
        </p:nvSpPr>
        <p:spPr>
          <a:xfrm>
            <a:off x="7968521" y="1452374"/>
            <a:ext cx="483400" cy="307267"/>
          </a:xfrm>
          <a:prstGeom prst="rect">
            <a:avLst/>
          </a:prstGeom>
          <a:noFill/>
        </p:spPr>
        <p:txBody>
          <a:bodyPr wrap="square" bIns="0" rtlCol="0">
            <a:normAutofit fontScale="67500"/>
          </a:bodyPr>
          <a:lstStyle/>
          <a:p>
            <a:pPr algn="ctr"/>
            <a:r>
              <a:rPr lang="en-US" altLang="zh-CN" sz="2000" spc="300">
                <a:solidFill>
                  <a:srgbClr val="0097DB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04</a:t>
            </a:r>
            <a:endParaRPr lang="en-US" altLang="zh-CN" sz="2000" spc="300">
              <a:solidFill>
                <a:srgbClr val="0097DB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ctr"/>
            <a:endParaRPr lang="en-US" altLang="zh-CN" sz="2000" spc="300">
              <a:solidFill>
                <a:srgbClr val="0097DB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1936951" y="3835946"/>
            <a:ext cx="1796036" cy="336194"/>
          </a:xfrm>
          <a:prstGeom prst="rect">
            <a:avLst/>
          </a:prstGeom>
          <a:noFill/>
        </p:spPr>
        <p:txBody>
          <a:bodyPr wrap="square" bIns="0" rtlCol="0">
            <a:normAutofit fontScale="57500"/>
          </a:bodyPr>
          <a:lstStyle/>
          <a:p>
            <a:pPr algn="ctr"/>
            <a:r>
              <a:rPr lang="zh-CN" altLang="en-US" sz="2000" spc="300">
                <a:solidFill>
                  <a:srgbClr val="FF0000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就业指导服务中心</a:t>
            </a:r>
            <a:endParaRPr lang="zh-CN" altLang="en-US" sz="2000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>
            <a:off x="1882955" y="4216496"/>
            <a:ext cx="1905315" cy="856234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学校就业处、辅导员整理过的招聘信息。</a:t>
            </a:r>
            <a:endParaRPr lang="zh-CN" altLang="en-US" sz="1200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b="1" u="sng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对口性强</a:t>
            </a:r>
            <a:endParaRPr lang="zh-CN" altLang="en-US" sz="1200" b="1" u="sng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9"/>
            </p:custDataLst>
          </p:nvPr>
        </p:nvSpPr>
        <p:spPr>
          <a:xfrm>
            <a:off x="5701941" y="4050005"/>
            <a:ext cx="1796036" cy="336194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lstStyle/>
          <a:p>
            <a:pPr algn="ctr"/>
            <a:r>
              <a:rPr lang="zh-CN" altLang="en-US" sz="2000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公司自有渠道</a:t>
            </a:r>
            <a:endParaRPr lang="zh-CN" altLang="en-US" sz="2000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20"/>
            </p:custDataLst>
          </p:nvPr>
        </p:nvSpPr>
        <p:spPr>
          <a:xfrm>
            <a:off x="5647302" y="4430554"/>
            <a:ext cx="1905315" cy="856234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公司官网、微信企号、企业自建校招门户网站</a:t>
            </a:r>
            <a:endParaRPr lang="zh-CN" altLang="en-US" sz="1200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b="1" u="sng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准确度高</a:t>
            </a:r>
            <a:endParaRPr lang="zh-CN" altLang="en-US" sz="1200" b="1" u="sng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1"/>
            </p:custDataLst>
          </p:nvPr>
        </p:nvSpPr>
        <p:spPr>
          <a:xfrm>
            <a:off x="3787627" y="2228257"/>
            <a:ext cx="1796036" cy="336194"/>
          </a:xfrm>
          <a:prstGeom prst="rect">
            <a:avLst/>
          </a:prstGeom>
          <a:noFill/>
        </p:spPr>
        <p:txBody>
          <a:bodyPr wrap="square" bIns="0" rtlCol="0">
            <a:normAutofit lnSpcReduction="10000"/>
          </a:bodyPr>
          <a:lstStyle/>
          <a:p>
            <a:pPr algn="ctr"/>
            <a:r>
              <a:rPr lang="zh-CN" altLang="en-US" sz="2000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招聘网站</a:t>
            </a:r>
            <a:endParaRPr lang="zh-CN" altLang="en-US" sz="2000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22"/>
            </p:custDataLst>
          </p:nvPr>
        </p:nvSpPr>
        <p:spPr>
          <a:xfrm>
            <a:off x="3732987" y="2608805"/>
            <a:ext cx="1905315" cy="856234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招聘网站中的校园招聘信息。</a:t>
            </a:r>
            <a:endParaRPr lang="zh-CN" altLang="en-US" sz="1200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b="1" u="sng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信息量大</a:t>
            </a:r>
            <a:endParaRPr lang="zh-CN" altLang="en-US" sz="1200" b="1" u="sng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23"/>
            </p:custDataLst>
          </p:nvPr>
        </p:nvSpPr>
        <p:spPr>
          <a:xfrm>
            <a:off x="7311560" y="2228257"/>
            <a:ext cx="1796036" cy="336194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lstStyle/>
          <a:p>
            <a:pPr algn="ctr"/>
            <a:r>
              <a:rPr lang="zh-CN" altLang="en-US" sz="2000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亲朋好友推荐</a:t>
            </a:r>
            <a:endParaRPr lang="zh-CN" altLang="en-US" sz="2000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7256920" y="2608805"/>
            <a:ext cx="1905315" cy="856234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/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通过亲朋好友或企业内推等关系渠道进入</a:t>
            </a:r>
            <a:endParaRPr lang="zh-CN" altLang="en-US" sz="1200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  <a:p>
            <a:pPr algn="ct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b="1" u="sng" spc="15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pitchFamily="34" charset="-122"/>
              </a:rPr>
              <a:t>命中率高</a:t>
            </a:r>
            <a:endParaRPr lang="zh-CN" altLang="en-US" sz="1200" b="1" u="sng" spc="15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" t="23879" r="4201" b="12861"/>
          <a:stretch>
            <a:fillRect/>
          </a:stretch>
        </p:blipFill>
        <p:spPr>
          <a:xfrm>
            <a:off x="480060" y="1268730"/>
            <a:ext cx="11428095" cy="48494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6140" y="939800"/>
            <a:ext cx="3840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你用过以下哪些招聘网站？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4260850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针对意象岗位如何准备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简历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45884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538705" y="2867531"/>
            <a:ext cx="20461" cy="1805049"/>
          </a:xfrm>
          <a:prstGeom prst="rect">
            <a:avLst/>
          </a:prstGeom>
          <a:solidFill>
            <a:srgbClr val="1F74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34781" y="2867531"/>
            <a:ext cx="18887" cy="1805049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31448" y="2867531"/>
            <a:ext cx="18887" cy="1811789"/>
          </a:xfrm>
          <a:prstGeom prst="rect">
            <a:avLst/>
          </a:prstGeom>
          <a:solidFill>
            <a:srgbClr val="1AA3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639130" y="2867531"/>
            <a:ext cx="20461" cy="1841446"/>
          </a:xfrm>
          <a:prstGeom prst="rect">
            <a:avLst/>
          </a:prstGeom>
          <a:solidFill>
            <a:srgbClr val="69A35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Freeform 198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8508497" y="4644706"/>
            <a:ext cx="277007" cy="366720"/>
          </a:xfrm>
          <a:custGeom>
            <a:avLst/>
            <a:gdLst>
              <a:gd name="T0" fmla="*/ 56 w 112"/>
              <a:gd name="T1" fmla="*/ 0 h 148"/>
              <a:gd name="T2" fmla="*/ 0 w 112"/>
              <a:gd name="T3" fmla="*/ 56 h 148"/>
              <a:gd name="T4" fmla="*/ 56 w 112"/>
              <a:gd name="T5" fmla="*/ 148 h 148"/>
              <a:gd name="T6" fmla="*/ 112 w 112"/>
              <a:gd name="T7" fmla="*/ 56 h 148"/>
              <a:gd name="T8" fmla="*/ 56 w 112"/>
              <a:gd name="T9" fmla="*/ 0 h 148"/>
              <a:gd name="T10" fmla="*/ 56 w 112"/>
              <a:gd name="T11" fmla="*/ 74 h 148"/>
              <a:gd name="T12" fmla="*/ 34 w 112"/>
              <a:gd name="T13" fmla="*/ 52 h 148"/>
              <a:gd name="T14" fmla="*/ 56 w 112"/>
              <a:gd name="T15" fmla="*/ 30 h 148"/>
              <a:gd name="T16" fmla="*/ 78 w 112"/>
              <a:gd name="T17" fmla="*/ 52 h 148"/>
              <a:gd name="T18" fmla="*/ 56 w 112"/>
              <a:gd name="T19" fmla="*/ 74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2" h="148"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88"/>
                  <a:pt x="56" y="148"/>
                  <a:pt x="56" y="148"/>
                </a:cubicBezTo>
                <a:cubicBezTo>
                  <a:pt x="56" y="148"/>
                  <a:pt x="112" y="88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56" y="74"/>
                </a:moveTo>
                <a:cubicBezTo>
                  <a:pt x="44" y="74"/>
                  <a:pt x="34" y="65"/>
                  <a:pt x="34" y="52"/>
                </a:cubicBezTo>
                <a:cubicBezTo>
                  <a:pt x="34" y="40"/>
                  <a:pt x="44" y="30"/>
                  <a:pt x="56" y="30"/>
                </a:cubicBezTo>
                <a:cubicBezTo>
                  <a:pt x="68" y="30"/>
                  <a:pt x="78" y="40"/>
                  <a:pt x="78" y="52"/>
                </a:cubicBezTo>
                <a:cubicBezTo>
                  <a:pt x="78" y="65"/>
                  <a:pt x="68" y="74"/>
                  <a:pt x="56" y="74"/>
                </a:cubicBezTo>
                <a:close/>
              </a:path>
            </a:pathLst>
          </a:custGeom>
          <a:solidFill>
            <a:srgbClr val="69A35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199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6799240" y="4644706"/>
            <a:ext cx="280155" cy="366720"/>
          </a:xfrm>
          <a:custGeom>
            <a:avLst/>
            <a:gdLst>
              <a:gd name="T0" fmla="*/ 57 w 113"/>
              <a:gd name="T1" fmla="*/ 0 h 148"/>
              <a:gd name="T2" fmla="*/ 0 w 113"/>
              <a:gd name="T3" fmla="*/ 56 h 148"/>
              <a:gd name="T4" fmla="*/ 57 w 113"/>
              <a:gd name="T5" fmla="*/ 148 h 148"/>
              <a:gd name="T6" fmla="*/ 113 w 113"/>
              <a:gd name="T7" fmla="*/ 56 h 148"/>
              <a:gd name="T8" fmla="*/ 57 w 113"/>
              <a:gd name="T9" fmla="*/ 0 h 148"/>
              <a:gd name="T10" fmla="*/ 57 w 113"/>
              <a:gd name="T11" fmla="*/ 74 h 148"/>
              <a:gd name="T12" fmla="*/ 34 w 113"/>
              <a:gd name="T13" fmla="*/ 52 h 148"/>
              <a:gd name="T14" fmla="*/ 57 w 113"/>
              <a:gd name="T15" fmla="*/ 30 h 148"/>
              <a:gd name="T16" fmla="*/ 79 w 113"/>
              <a:gd name="T17" fmla="*/ 52 h 148"/>
              <a:gd name="T18" fmla="*/ 57 w 113"/>
              <a:gd name="T19" fmla="*/ 74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148">
                <a:moveTo>
                  <a:pt x="57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88"/>
                  <a:pt x="57" y="148"/>
                  <a:pt x="57" y="148"/>
                </a:cubicBezTo>
                <a:cubicBezTo>
                  <a:pt x="57" y="148"/>
                  <a:pt x="113" y="88"/>
                  <a:pt x="113" y="56"/>
                </a:cubicBezTo>
                <a:cubicBezTo>
                  <a:pt x="113" y="25"/>
                  <a:pt x="88" y="0"/>
                  <a:pt x="57" y="0"/>
                </a:cubicBezTo>
                <a:close/>
                <a:moveTo>
                  <a:pt x="57" y="74"/>
                </a:moveTo>
                <a:cubicBezTo>
                  <a:pt x="44" y="74"/>
                  <a:pt x="34" y="65"/>
                  <a:pt x="34" y="52"/>
                </a:cubicBezTo>
                <a:cubicBezTo>
                  <a:pt x="34" y="40"/>
                  <a:pt x="44" y="30"/>
                  <a:pt x="57" y="30"/>
                </a:cubicBezTo>
                <a:cubicBezTo>
                  <a:pt x="69" y="30"/>
                  <a:pt x="79" y="40"/>
                  <a:pt x="79" y="52"/>
                </a:cubicBezTo>
                <a:cubicBezTo>
                  <a:pt x="79" y="65"/>
                  <a:pt x="69" y="74"/>
                  <a:pt x="57" y="74"/>
                </a:cubicBezTo>
                <a:close/>
              </a:path>
            </a:pathLst>
          </a:custGeom>
          <a:solidFill>
            <a:srgbClr val="1AA3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20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5100999" y="4644706"/>
            <a:ext cx="280155" cy="366720"/>
          </a:xfrm>
          <a:custGeom>
            <a:avLst/>
            <a:gdLst>
              <a:gd name="T0" fmla="*/ 57 w 113"/>
              <a:gd name="T1" fmla="*/ 0 h 148"/>
              <a:gd name="T2" fmla="*/ 0 w 113"/>
              <a:gd name="T3" fmla="*/ 56 h 148"/>
              <a:gd name="T4" fmla="*/ 57 w 113"/>
              <a:gd name="T5" fmla="*/ 148 h 148"/>
              <a:gd name="T6" fmla="*/ 113 w 113"/>
              <a:gd name="T7" fmla="*/ 56 h 148"/>
              <a:gd name="T8" fmla="*/ 57 w 113"/>
              <a:gd name="T9" fmla="*/ 0 h 148"/>
              <a:gd name="T10" fmla="*/ 57 w 113"/>
              <a:gd name="T11" fmla="*/ 74 h 148"/>
              <a:gd name="T12" fmla="*/ 34 w 113"/>
              <a:gd name="T13" fmla="*/ 52 h 148"/>
              <a:gd name="T14" fmla="*/ 57 w 113"/>
              <a:gd name="T15" fmla="*/ 30 h 148"/>
              <a:gd name="T16" fmla="*/ 79 w 113"/>
              <a:gd name="T17" fmla="*/ 52 h 148"/>
              <a:gd name="T18" fmla="*/ 57 w 113"/>
              <a:gd name="T19" fmla="*/ 74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148">
                <a:moveTo>
                  <a:pt x="57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88"/>
                  <a:pt x="57" y="148"/>
                  <a:pt x="57" y="148"/>
                </a:cubicBezTo>
                <a:cubicBezTo>
                  <a:pt x="57" y="148"/>
                  <a:pt x="113" y="88"/>
                  <a:pt x="113" y="56"/>
                </a:cubicBezTo>
                <a:cubicBezTo>
                  <a:pt x="113" y="25"/>
                  <a:pt x="88" y="0"/>
                  <a:pt x="57" y="0"/>
                </a:cubicBezTo>
                <a:close/>
                <a:moveTo>
                  <a:pt x="57" y="74"/>
                </a:moveTo>
                <a:cubicBezTo>
                  <a:pt x="44" y="74"/>
                  <a:pt x="34" y="65"/>
                  <a:pt x="34" y="52"/>
                </a:cubicBezTo>
                <a:cubicBezTo>
                  <a:pt x="34" y="40"/>
                  <a:pt x="44" y="30"/>
                  <a:pt x="57" y="30"/>
                </a:cubicBezTo>
                <a:cubicBezTo>
                  <a:pt x="69" y="30"/>
                  <a:pt x="79" y="40"/>
                  <a:pt x="79" y="52"/>
                </a:cubicBezTo>
                <a:cubicBezTo>
                  <a:pt x="79" y="65"/>
                  <a:pt x="69" y="74"/>
                  <a:pt x="57" y="74"/>
                </a:cubicBezTo>
                <a:close/>
              </a:path>
            </a:pathLst>
          </a:custGeom>
          <a:solidFill>
            <a:srgbClr val="3498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201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3408071" y="4644706"/>
            <a:ext cx="280155" cy="366720"/>
          </a:xfrm>
          <a:custGeom>
            <a:avLst/>
            <a:gdLst>
              <a:gd name="T0" fmla="*/ 56 w 113"/>
              <a:gd name="T1" fmla="*/ 0 h 148"/>
              <a:gd name="T2" fmla="*/ 0 w 113"/>
              <a:gd name="T3" fmla="*/ 56 h 148"/>
              <a:gd name="T4" fmla="*/ 56 w 113"/>
              <a:gd name="T5" fmla="*/ 148 h 148"/>
              <a:gd name="T6" fmla="*/ 113 w 113"/>
              <a:gd name="T7" fmla="*/ 56 h 148"/>
              <a:gd name="T8" fmla="*/ 56 w 113"/>
              <a:gd name="T9" fmla="*/ 0 h 148"/>
              <a:gd name="T10" fmla="*/ 56 w 113"/>
              <a:gd name="T11" fmla="*/ 74 h 148"/>
              <a:gd name="T12" fmla="*/ 34 w 113"/>
              <a:gd name="T13" fmla="*/ 52 h 148"/>
              <a:gd name="T14" fmla="*/ 56 w 113"/>
              <a:gd name="T15" fmla="*/ 30 h 148"/>
              <a:gd name="T16" fmla="*/ 78 w 113"/>
              <a:gd name="T17" fmla="*/ 52 h 148"/>
              <a:gd name="T18" fmla="*/ 56 w 113"/>
              <a:gd name="T19" fmla="*/ 74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3" h="148"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88"/>
                  <a:pt x="56" y="148"/>
                  <a:pt x="56" y="148"/>
                </a:cubicBezTo>
                <a:cubicBezTo>
                  <a:pt x="56" y="148"/>
                  <a:pt x="113" y="88"/>
                  <a:pt x="113" y="56"/>
                </a:cubicBezTo>
                <a:cubicBezTo>
                  <a:pt x="113" y="25"/>
                  <a:pt x="87" y="0"/>
                  <a:pt x="56" y="0"/>
                </a:cubicBezTo>
                <a:close/>
                <a:moveTo>
                  <a:pt x="56" y="74"/>
                </a:moveTo>
                <a:cubicBezTo>
                  <a:pt x="44" y="74"/>
                  <a:pt x="34" y="65"/>
                  <a:pt x="34" y="52"/>
                </a:cubicBezTo>
                <a:cubicBezTo>
                  <a:pt x="34" y="40"/>
                  <a:pt x="44" y="30"/>
                  <a:pt x="56" y="30"/>
                </a:cubicBezTo>
                <a:cubicBezTo>
                  <a:pt x="69" y="30"/>
                  <a:pt x="78" y="40"/>
                  <a:pt x="78" y="52"/>
                </a:cubicBezTo>
                <a:cubicBezTo>
                  <a:pt x="78" y="65"/>
                  <a:pt x="69" y="74"/>
                  <a:pt x="56" y="74"/>
                </a:cubicBezTo>
                <a:close/>
              </a:path>
            </a:pathLst>
          </a:custGeom>
          <a:solidFill>
            <a:srgbClr val="1F74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7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4894995" y="2273668"/>
            <a:ext cx="693738" cy="306388"/>
          </a:xfrm>
          <a:custGeom>
            <a:avLst/>
            <a:gdLst>
              <a:gd name="T0" fmla="*/ 8 w 185"/>
              <a:gd name="T1" fmla="*/ 31 h 80"/>
              <a:gd name="T2" fmla="*/ 3 w 185"/>
              <a:gd name="T3" fmla="*/ 55 h 80"/>
              <a:gd name="T4" fmla="*/ 16 w 185"/>
              <a:gd name="T5" fmla="*/ 61 h 80"/>
              <a:gd name="T6" fmla="*/ 26 w 185"/>
              <a:gd name="T7" fmla="*/ 61 h 80"/>
              <a:gd name="T8" fmla="*/ 46 w 185"/>
              <a:gd name="T9" fmla="*/ 80 h 80"/>
              <a:gd name="T10" fmla="*/ 66 w 185"/>
              <a:gd name="T11" fmla="*/ 61 h 80"/>
              <a:gd name="T12" fmla="*/ 126 w 185"/>
              <a:gd name="T13" fmla="*/ 61 h 80"/>
              <a:gd name="T14" fmla="*/ 146 w 185"/>
              <a:gd name="T15" fmla="*/ 80 h 80"/>
              <a:gd name="T16" fmla="*/ 166 w 185"/>
              <a:gd name="T17" fmla="*/ 61 h 80"/>
              <a:gd name="T18" fmla="*/ 179 w 185"/>
              <a:gd name="T19" fmla="*/ 61 h 80"/>
              <a:gd name="T20" fmla="*/ 185 w 185"/>
              <a:gd name="T21" fmla="*/ 55 h 80"/>
              <a:gd name="T22" fmla="*/ 185 w 185"/>
              <a:gd name="T23" fmla="*/ 34 h 80"/>
              <a:gd name="T24" fmla="*/ 181 w 185"/>
              <a:gd name="T25" fmla="*/ 28 h 80"/>
              <a:gd name="T26" fmla="*/ 163 w 185"/>
              <a:gd name="T27" fmla="*/ 26 h 80"/>
              <a:gd name="T28" fmla="*/ 149 w 185"/>
              <a:gd name="T29" fmla="*/ 14 h 80"/>
              <a:gd name="T30" fmla="*/ 125 w 185"/>
              <a:gd name="T31" fmla="*/ 0 h 80"/>
              <a:gd name="T32" fmla="*/ 84 w 185"/>
              <a:gd name="T33" fmla="*/ 0 h 80"/>
              <a:gd name="T34" fmla="*/ 35 w 185"/>
              <a:gd name="T35" fmla="*/ 25 h 80"/>
              <a:gd name="T36" fmla="*/ 8 w 185"/>
              <a:gd name="T37" fmla="*/ 31 h 80"/>
              <a:gd name="T38" fmla="*/ 146 w 185"/>
              <a:gd name="T39" fmla="*/ 70 h 80"/>
              <a:gd name="T40" fmla="*/ 135 w 185"/>
              <a:gd name="T41" fmla="*/ 59 h 80"/>
              <a:gd name="T42" fmla="*/ 146 w 185"/>
              <a:gd name="T43" fmla="*/ 49 h 80"/>
              <a:gd name="T44" fmla="*/ 156 w 185"/>
              <a:gd name="T45" fmla="*/ 59 h 80"/>
              <a:gd name="T46" fmla="*/ 146 w 185"/>
              <a:gd name="T47" fmla="*/ 70 h 80"/>
              <a:gd name="T48" fmla="*/ 107 w 185"/>
              <a:gd name="T49" fmla="*/ 25 h 80"/>
              <a:gd name="T50" fmla="*/ 107 w 185"/>
              <a:gd name="T51" fmla="*/ 9 h 80"/>
              <a:gd name="T52" fmla="*/ 119 w 185"/>
              <a:gd name="T53" fmla="*/ 9 h 80"/>
              <a:gd name="T54" fmla="*/ 135 w 185"/>
              <a:gd name="T55" fmla="*/ 19 h 80"/>
              <a:gd name="T56" fmla="*/ 142 w 185"/>
              <a:gd name="T57" fmla="*/ 25 h 80"/>
              <a:gd name="T58" fmla="*/ 107 w 185"/>
              <a:gd name="T59" fmla="*/ 25 h 80"/>
              <a:gd name="T60" fmla="*/ 98 w 185"/>
              <a:gd name="T61" fmla="*/ 25 h 80"/>
              <a:gd name="T62" fmla="*/ 56 w 185"/>
              <a:gd name="T63" fmla="*/ 25 h 80"/>
              <a:gd name="T64" fmla="*/ 88 w 185"/>
              <a:gd name="T65" fmla="*/ 9 h 80"/>
              <a:gd name="T66" fmla="*/ 98 w 185"/>
              <a:gd name="T67" fmla="*/ 9 h 80"/>
              <a:gd name="T68" fmla="*/ 98 w 185"/>
              <a:gd name="T69" fmla="*/ 25 h 80"/>
              <a:gd name="T70" fmla="*/ 46 w 185"/>
              <a:gd name="T71" fmla="*/ 70 h 80"/>
              <a:gd name="T72" fmla="*/ 36 w 185"/>
              <a:gd name="T73" fmla="*/ 59 h 80"/>
              <a:gd name="T74" fmla="*/ 46 w 185"/>
              <a:gd name="T75" fmla="*/ 49 h 80"/>
              <a:gd name="T76" fmla="*/ 57 w 185"/>
              <a:gd name="T77" fmla="*/ 59 h 80"/>
              <a:gd name="T78" fmla="*/ 46 w 185"/>
              <a:gd name="T79" fmla="*/ 70 h 80"/>
              <a:gd name="T80" fmla="*/ 46 w 185"/>
              <a:gd name="T81" fmla="*/ 70 h 80"/>
              <a:gd name="T82" fmla="*/ 46 w 185"/>
              <a:gd name="T83" fmla="*/ 7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85" h="80">
                <a:moveTo>
                  <a:pt x="8" y="31"/>
                </a:moveTo>
                <a:cubicBezTo>
                  <a:pt x="2" y="33"/>
                  <a:pt x="0" y="46"/>
                  <a:pt x="3" y="55"/>
                </a:cubicBezTo>
                <a:cubicBezTo>
                  <a:pt x="4" y="58"/>
                  <a:pt x="8" y="61"/>
                  <a:pt x="16" y="61"/>
                </a:cubicBezTo>
                <a:cubicBezTo>
                  <a:pt x="26" y="61"/>
                  <a:pt x="26" y="61"/>
                  <a:pt x="26" y="61"/>
                </a:cubicBezTo>
                <a:cubicBezTo>
                  <a:pt x="27" y="72"/>
                  <a:pt x="36" y="80"/>
                  <a:pt x="46" y="80"/>
                </a:cubicBezTo>
                <a:cubicBezTo>
                  <a:pt x="57" y="80"/>
                  <a:pt x="66" y="72"/>
                  <a:pt x="66" y="61"/>
                </a:cubicBezTo>
                <a:cubicBezTo>
                  <a:pt x="126" y="61"/>
                  <a:pt x="126" y="61"/>
                  <a:pt x="126" y="61"/>
                </a:cubicBezTo>
                <a:cubicBezTo>
                  <a:pt x="127" y="72"/>
                  <a:pt x="135" y="80"/>
                  <a:pt x="146" y="80"/>
                </a:cubicBezTo>
                <a:cubicBezTo>
                  <a:pt x="157" y="80"/>
                  <a:pt x="165" y="72"/>
                  <a:pt x="166" y="61"/>
                </a:cubicBezTo>
                <a:cubicBezTo>
                  <a:pt x="179" y="61"/>
                  <a:pt x="179" y="61"/>
                  <a:pt x="179" y="61"/>
                </a:cubicBezTo>
                <a:cubicBezTo>
                  <a:pt x="182" y="61"/>
                  <a:pt x="185" y="58"/>
                  <a:pt x="185" y="55"/>
                </a:cubicBezTo>
                <a:cubicBezTo>
                  <a:pt x="185" y="34"/>
                  <a:pt x="185" y="34"/>
                  <a:pt x="185" y="34"/>
                </a:cubicBezTo>
                <a:cubicBezTo>
                  <a:pt x="185" y="31"/>
                  <a:pt x="183" y="29"/>
                  <a:pt x="181" y="28"/>
                </a:cubicBezTo>
                <a:cubicBezTo>
                  <a:pt x="163" y="26"/>
                  <a:pt x="163" y="26"/>
                  <a:pt x="163" y="26"/>
                </a:cubicBezTo>
                <a:cubicBezTo>
                  <a:pt x="158" y="22"/>
                  <a:pt x="153" y="18"/>
                  <a:pt x="149" y="14"/>
                </a:cubicBezTo>
                <a:cubicBezTo>
                  <a:pt x="141" y="7"/>
                  <a:pt x="134" y="0"/>
                  <a:pt x="125" y="0"/>
                </a:cubicBezTo>
                <a:cubicBezTo>
                  <a:pt x="125" y="0"/>
                  <a:pt x="89" y="0"/>
                  <a:pt x="84" y="0"/>
                </a:cubicBezTo>
                <a:cubicBezTo>
                  <a:pt x="79" y="0"/>
                  <a:pt x="35" y="25"/>
                  <a:pt x="35" y="25"/>
                </a:cubicBezTo>
                <a:cubicBezTo>
                  <a:pt x="35" y="25"/>
                  <a:pt x="12" y="30"/>
                  <a:pt x="8" y="31"/>
                </a:cubicBezTo>
                <a:close/>
                <a:moveTo>
                  <a:pt x="146" y="70"/>
                </a:moveTo>
                <a:cubicBezTo>
                  <a:pt x="140" y="70"/>
                  <a:pt x="135" y="65"/>
                  <a:pt x="135" y="59"/>
                </a:cubicBezTo>
                <a:cubicBezTo>
                  <a:pt x="135" y="54"/>
                  <a:pt x="140" y="49"/>
                  <a:pt x="146" y="49"/>
                </a:cubicBezTo>
                <a:cubicBezTo>
                  <a:pt x="152" y="49"/>
                  <a:pt x="156" y="54"/>
                  <a:pt x="156" y="59"/>
                </a:cubicBezTo>
                <a:cubicBezTo>
                  <a:pt x="156" y="65"/>
                  <a:pt x="152" y="70"/>
                  <a:pt x="146" y="70"/>
                </a:cubicBezTo>
                <a:close/>
                <a:moveTo>
                  <a:pt x="107" y="25"/>
                </a:moveTo>
                <a:cubicBezTo>
                  <a:pt x="107" y="9"/>
                  <a:pt x="107" y="9"/>
                  <a:pt x="107" y="9"/>
                </a:cubicBezTo>
                <a:cubicBezTo>
                  <a:pt x="113" y="9"/>
                  <a:pt x="119" y="9"/>
                  <a:pt x="119" y="9"/>
                </a:cubicBezTo>
                <a:cubicBezTo>
                  <a:pt x="124" y="9"/>
                  <a:pt x="129" y="13"/>
                  <a:pt x="135" y="19"/>
                </a:cubicBezTo>
                <a:cubicBezTo>
                  <a:pt x="137" y="21"/>
                  <a:pt x="140" y="23"/>
                  <a:pt x="142" y="25"/>
                </a:cubicBezTo>
                <a:cubicBezTo>
                  <a:pt x="107" y="25"/>
                  <a:pt x="107" y="25"/>
                  <a:pt x="107" y="25"/>
                </a:cubicBezTo>
                <a:close/>
                <a:moveTo>
                  <a:pt x="98" y="25"/>
                </a:moveTo>
                <a:cubicBezTo>
                  <a:pt x="56" y="25"/>
                  <a:pt x="56" y="25"/>
                  <a:pt x="56" y="25"/>
                </a:cubicBezTo>
                <a:cubicBezTo>
                  <a:pt x="63" y="20"/>
                  <a:pt x="83" y="9"/>
                  <a:pt x="88" y="9"/>
                </a:cubicBezTo>
                <a:cubicBezTo>
                  <a:pt x="90" y="9"/>
                  <a:pt x="94" y="9"/>
                  <a:pt x="98" y="9"/>
                </a:cubicBezTo>
                <a:lnTo>
                  <a:pt x="98" y="25"/>
                </a:lnTo>
                <a:close/>
                <a:moveTo>
                  <a:pt x="46" y="70"/>
                </a:moveTo>
                <a:cubicBezTo>
                  <a:pt x="40" y="70"/>
                  <a:pt x="36" y="65"/>
                  <a:pt x="36" y="59"/>
                </a:cubicBezTo>
                <a:cubicBezTo>
                  <a:pt x="36" y="54"/>
                  <a:pt x="40" y="49"/>
                  <a:pt x="46" y="49"/>
                </a:cubicBezTo>
                <a:cubicBezTo>
                  <a:pt x="52" y="49"/>
                  <a:pt x="57" y="54"/>
                  <a:pt x="57" y="59"/>
                </a:cubicBezTo>
                <a:cubicBezTo>
                  <a:pt x="57" y="65"/>
                  <a:pt x="52" y="70"/>
                  <a:pt x="46" y="70"/>
                </a:cubicBezTo>
                <a:close/>
                <a:moveTo>
                  <a:pt x="46" y="70"/>
                </a:moveTo>
                <a:cubicBezTo>
                  <a:pt x="46" y="70"/>
                  <a:pt x="46" y="70"/>
                  <a:pt x="46" y="70"/>
                </a:cubicBezTo>
              </a:path>
            </a:pathLst>
          </a:custGeom>
          <a:solidFill>
            <a:srgbClr val="3498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12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6519437" y="2089518"/>
            <a:ext cx="836613" cy="490538"/>
          </a:xfrm>
          <a:custGeom>
            <a:avLst/>
            <a:gdLst>
              <a:gd name="T0" fmla="*/ 144 w 223"/>
              <a:gd name="T1" fmla="*/ 106 h 128"/>
              <a:gd name="T2" fmla="*/ 188 w 223"/>
              <a:gd name="T3" fmla="*/ 106 h 128"/>
              <a:gd name="T4" fmla="*/ 166 w 223"/>
              <a:gd name="T5" fmla="*/ 120 h 128"/>
              <a:gd name="T6" fmla="*/ 166 w 223"/>
              <a:gd name="T7" fmla="*/ 91 h 128"/>
              <a:gd name="T8" fmla="*/ 166 w 223"/>
              <a:gd name="T9" fmla="*/ 120 h 128"/>
              <a:gd name="T10" fmla="*/ 38 w 223"/>
              <a:gd name="T11" fmla="*/ 106 h 128"/>
              <a:gd name="T12" fmla="*/ 83 w 223"/>
              <a:gd name="T13" fmla="*/ 106 h 128"/>
              <a:gd name="T14" fmla="*/ 61 w 223"/>
              <a:gd name="T15" fmla="*/ 120 h 128"/>
              <a:gd name="T16" fmla="*/ 61 w 223"/>
              <a:gd name="T17" fmla="*/ 91 h 128"/>
              <a:gd name="T18" fmla="*/ 61 w 223"/>
              <a:gd name="T19" fmla="*/ 120 h 128"/>
              <a:gd name="T20" fmla="*/ 220 w 223"/>
              <a:gd name="T21" fmla="*/ 51 h 128"/>
              <a:gd name="T22" fmla="*/ 214 w 223"/>
              <a:gd name="T23" fmla="*/ 16 h 128"/>
              <a:gd name="T24" fmla="*/ 29 w 223"/>
              <a:gd name="T25" fmla="*/ 0 h 128"/>
              <a:gd name="T26" fmla="*/ 7 w 223"/>
              <a:gd name="T27" fmla="*/ 51 h 128"/>
              <a:gd name="T28" fmla="*/ 7 w 223"/>
              <a:gd name="T29" fmla="*/ 56 h 128"/>
              <a:gd name="T30" fmla="*/ 2 w 223"/>
              <a:gd name="T31" fmla="*/ 60 h 128"/>
              <a:gd name="T32" fmla="*/ 0 w 223"/>
              <a:gd name="T33" fmla="*/ 67 h 128"/>
              <a:gd name="T34" fmla="*/ 2 w 223"/>
              <a:gd name="T35" fmla="*/ 74 h 128"/>
              <a:gd name="T36" fmla="*/ 7 w 223"/>
              <a:gd name="T37" fmla="*/ 78 h 128"/>
              <a:gd name="T38" fmla="*/ 7 w 223"/>
              <a:gd name="T39" fmla="*/ 93 h 128"/>
              <a:gd name="T40" fmla="*/ 3 w 223"/>
              <a:gd name="T41" fmla="*/ 103 h 128"/>
              <a:gd name="T42" fmla="*/ 29 w 223"/>
              <a:gd name="T43" fmla="*/ 108 h 128"/>
              <a:gd name="T44" fmla="*/ 35 w 223"/>
              <a:gd name="T45" fmla="*/ 106 h 128"/>
              <a:gd name="T46" fmla="*/ 86 w 223"/>
              <a:gd name="T47" fmla="*/ 106 h 128"/>
              <a:gd name="T48" fmla="*/ 166 w 223"/>
              <a:gd name="T49" fmla="*/ 81 h 128"/>
              <a:gd name="T50" fmla="*/ 204 w 223"/>
              <a:gd name="T51" fmla="*/ 106 h 128"/>
              <a:gd name="T52" fmla="*/ 219 w 223"/>
              <a:gd name="T53" fmla="*/ 103 h 128"/>
              <a:gd name="T54" fmla="*/ 223 w 223"/>
              <a:gd name="T55" fmla="*/ 87 h 128"/>
              <a:gd name="T56" fmla="*/ 60 w 223"/>
              <a:gd name="T57" fmla="*/ 47 h 128"/>
              <a:gd name="T58" fmla="*/ 19 w 223"/>
              <a:gd name="T59" fmla="*/ 17 h 128"/>
              <a:gd name="T60" fmla="*/ 60 w 223"/>
              <a:gd name="T61" fmla="*/ 14 h 128"/>
              <a:gd name="T62" fmla="*/ 63 w 223"/>
              <a:gd name="T63" fmla="*/ 44 h 128"/>
              <a:gd name="T64" fmla="*/ 122 w 223"/>
              <a:gd name="T65" fmla="*/ 45 h 128"/>
              <a:gd name="T66" fmla="*/ 72 w 223"/>
              <a:gd name="T67" fmla="*/ 48 h 128"/>
              <a:gd name="T68" fmla="*/ 70 w 223"/>
              <a:gd name="T69" fmla="*/ 18 h 128"/>
              <a:gd name="T70" fmla="*/ 119 w 223"/>
              <a:gd name="T71" fmla="*/ 15 h 128"/>
              <a:gd name="T72" fmla="*/ 122 w 223"/>
              <a:gd name="T73" fmla="*/ 45 h 128"/>
              <a:gd name="T74" fmla="*/ 178 w 223"/>
              <a:gd name="T75" fmla="*/ 48 h 128"/>
              <a:gd name="T76" fmla="*/ 128 w 223"/>
              <a:gd name="T77" fmla="*/ 45 h 128"/>
              <a:gd name="T78" fmla="*/ 131 w 223"/>
              <a:gd name="T79" fmla="*/ 15 h 128"/>
              <a:gd name="T80" fmla="*/ 181 w 223"/>
              <a:gd name="T81" fmla="*/ 18 h 128"/>
              <a:gd name="T82" fmla="*/ 181 w 223"/>
              <a:gd name="T83" fmla="*/ 74 h 128"/>
              <a:gd name="T84" fmla="*/ 208 w 223"/>
              <a:gd name="T85" fmla="*/ 72 h 128"/>
              <a:gd name="T86" fmla="*/ 181 w 223"/>
              <a:gd name="T87" fmla="*/ 74 h 128"/>
              <a:gd name="T88" fmla="*/ 182 w 223"/>
              <a:gd name="T89" fmla="*/ 70 h 128"/>
              <a:gd name="T90" fmla="*/ 210 w 223"/>
              <a:gd name="T91" fmla="*/ 71 h 128"/>
              <a:gd name="T92" fmla="*/ 181 w 223"/>
              <a:gd name="T93" fmla="*/ 68 h 128"/>
              <a:gd name="T94" fmla="*/ 208 w 223"/>
              <a:gd name="T95" fmla="*/ 67 h 128"/>
              <a:gd name="T96" fmla="*/ 181 w 223"/>
              <a:gd name="T97" fmla="*/ 68 h 128"/>
              <a:gd name="T98" fmla="*/ 182 w 223"/>
              <a:gd name="T99" fmla="*/ 64 h 128"/>
              <a:gd name="T100" fmla="*/ 210 w 223"/>
              <a:gd name="T101" fmla="*/ 65 h 128"/>
              <a:gd name="T102" fmla="*/ 181 w 223"/>
              <a:gd name="T103" fmla="*/ 65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23" h="128">
                <a:moveTo>
                  <a:pt x="166" y="83"/>
                </a:moveTo>
                <a:cubicBezTo>
                  <a:pt x="154" y="83"/>
                  <a:pt x="144" y="93"/>
                  <a:pt x="144" y="106"/>
                </a:cubicBezTo>
                <a:cubicBezTo>
                  <a:pt x="144" y="118"/>
                  <a:pt x="154" y="128"/>
                  <a:pt x="166" y="128"/>
                </a:cubicBezTo>
                <a:cubicBezTo>
                  <a:pt x="178" y="128"/>
                  <a:pt x="188" y="118"/>
                  <a:pt x="188" y="106"/>
                </a:cubicBezTo>
                <a:cubicBezTo>
                  <a:pt x="188" y="93"/>
                  <a:pt x="178" y="83"/>
                  <a:pt x="166" y="83"/>
                </a:cubicBezTo>
                <a:close/>
                <a:moveTo>
                  <a:pt x="166" y="120"/>
                </a:moveTo>
                <a:cubicBezTo>
                  <a:pt x="158" y="120"/>
                  <a:pt x="152" y="113"/>
                  <a:pt x="152" y="106"/>
                </a:cubicBezTo>
                <a:cubicBezTo>
                  <a:pt x="152" y="98"/>
                  <a:pt x="158" y="91"/>
                  <a:pt x="166" y="91"/>
                </a:cubicBezTo>
                <a:cubicBezTo>
                  <a:pt x="174" y="91"/>
                  <a:pt x="180" y="98"/>
                  <a:pt x="180" y="106"/>
                </a:cubicBezTo>
                <a:cubicBezTo>
                  <a:pt x="180" y="113"/>
                  <a:pt x="174" y="120"/>
                  <a:pt x="166" y="120"/>
                </a:cubicBezTo>
                <a:close/>
                <a:moveTo>
                  <a:pt x="61" y="83"/>
                </a:moveTo>
                <a:cubicBezTo>
                  <a:pt x="48" y="83"/>
                  <a:pt x="38" y="93"/>
                  <a:pt x="38" y="106"/>
                </a:cubicBezTo>
                <a:cubicBezTo>
                  <a:pt x="38" y="118"/>
                  <a:pt x="48" y="128"/>
                  <a:pt x="61" y="128"/>
                </a:cubicBezTo>
                <a:cubicBezTo>
                  <a:pt x="73" y="128"/>
                  <a:pt x="83" y="118"/>
                  <a:pt x="83" y="106"/>
                </a:cubicBezTo>
                <a:cubicBezTo>
                  <a:pt x="83" y="93"/>
                  <a:pt x="73" y="83"/>
                  <a:pt x="61" y="83"/>
                </a:cubicBezTo>
                <a:close/>
                <a:moveTo>
                  <a:pt x="61" y="120"/>
                </a:moveTo>
                <a:cubicBezTo>
                  <a:pt x="53" y="120"/>
                  <a:pt x="46" y="113"/>
                  <a:pt x="46" y="106"/>
                </a:cubicBezTo>
                <a:cubicBezTo>
                  <a:pt x="46" y="98"/>
                  <a:pt x="53" y="91"/>
                  <a:pt x="61" y="91"/>
                </a:cubicBezTo>
                <a:cubicBezTo>
                  <a:pt x="68" y="91"/>
                  <a:pt x="75" y="98"/>
                  <a:pt x="75" y="106"/>
                </a:cubicBezTo>
                <a:cubicBezTo>
                  <a:pt x="75" y="113"/>
                  <a:pt x="68" y="120"/>
                  <a:pt x="61" y="120"/>
                </a:cubicBezTo>
                <a:close/>
                <a:moveTo>
                  <a:pt x="220" y="83"/>
                </a:moveTo>
                <a:cubicBezTo>
                  <a:pt x="220" y="51"/>
                  <a:pt x="220" y="51"/>
                  <a:pt x="220" y="51"/>
                </a:cubicBezTo>
                <a:cubicBezTo>
                  <a:pt x="220" y="51"/>
                  <a:pt x="220" y="51"/>
                  <a:pt x="220" y="51"/>
                </a:cubicBezTo>
                <a:cubicBezTo>
                  <a:pt x="220" y="29"/>
                  <a:pt x="214" y="16"/>
                  <a:pt x="214" y="16"/>
                </a:cubicBezTo>
                <a:cubicBezTo>
                  <a:pt x="214" y="7"/>
                  <a:pt x="207" y="0"/>
                  <a:pt x="198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0" y="0"/>
                  <a:pt x="13" y="7"/>
                  <a:pt x="13" y="16"/>
                </a:cubicBezTo>
                <a:cubicBezTo>
                  <a:pt x="13" y="16"/>
                  <a:pt x="7" y="29"/>
                  <a:pt x="7" y="51"/>
                </a:cubicBezTo>
                <a:cubicBezTo>
                  <a:pt x="7" y="51"/>
                  <a:pt x="7" y="51"/>
                  <a:pt x="7" y="51"/>
                </a:cubicBezTo>
                <a:cubicBezTo>
                  <a:pt x="7" y="56"/>
                  <a:pt x="7" y="56"/>
                  <a:pt x="7" y="56"/>
                </a:cubicBezTo>
                <a:cubicBezTo>
                  <a:pt x="2" y="59"/>
                  <a:pt x="2" y="59"/>
                  <a:pt x="2" y="59"/>
                </a:cubicBezTo>
                <a:cubicBezTo>
                  <a:pt x="2" y="60"/>
                  <a:pt x="2" y="60"/>
                  <a:pt x="2" y="60"/>
                </a:cubicBezTo>
                <a:cubicBezTo>
                  <a:pt x="2" y="60"/>
                  <a:pt x="2" y="60"/>
                  <a:pt x="2" y="60"/>
                </a:cubicBezTo>
                <a:cubicBezTo>
                  <a:pt x="1" y="60"/>
                  <a:pt x="0" y="63"/>
                  <a:pt x="0" y="67"/>
                </a:cubicBezTo>
                <a:cubicBezTo>
                  <a:pt x="0" y="71"/>
                  <a:pt x="1" y="74"/>
                  <a:pt x="2" y="74"/>
                </a:cubicBezTo>
                <a:cubicBezTo>
                  <a:pt x="2" y="74"/>
                  <a:pt x="2" y="74"/>
                  <a:pt x="2" y="74"/>
                </a:cubicBezTo>
                <a:cubicBezTo>
                  <a:pt x="2" y="75"/>
                  <a:pt x="2" y="75"/>
                  <a:pt x="2" y="75"/>
                </a:cubicBezTo>
                <a:cubicBezTo>
                  <a:pt x="7" y="78"/>
                  <a:pt x="7" y="78"/>
                  <a:pt x="7" y="78"/>
                </a:cubicBezTo>
                <a:cubicBezTo>
                  <a:pt x="7" y="90"/>
                  <a:pt x="7" y="90"/>
                  <a:pt x="7" y="90"/>
                </a:cubicBezTo>
                <a:cubicBezTo>
                  <a:pt x="7" y="91"/>
                  <a:pt x="7" y="92"/>
                  <a:pt x="7" y="93"/>
                </a:cubicBezTo>
                <a:cubicBezTo>
                  <a:pt x="5" y="93"/>
                  <a:pt x="3" y="95"/>
                  <a:pt x="3" y="97"/>
                </a:cubicBezTo>
                <a:cubicBezTo>
                  <a:pt x="3" y="103"/>
                  <a:pt x="3" y="103"/>
                  <a:pt x="3" y="103"/>
                </a:cubicBezTo>
                <a:cubicBezTo>
                  <a:pt x="3" y="106"/>
                  <a:pt x="5" y="108"/>
                  <a:pt x="7" y="108"/>
                </a:cubicBezTo>
                <a:cubicBezTo>
                  <a:pt x="29" y="108"/>
                  <a:pt x="29" y="108"/>
                  <a:pt x="29" y="108"/>
                </a:cubicBezTo>
                <a:cubicBezTo>
                  <a:pt x="30" y="108"/>
                  <a:pt x="31" y="107"/>
                  <a:pt x="32" y="106"/>
                </a:cubicBezTo>
                <a:cubicBezTo>
                  <a:pt x="35" y="106"/>
                  <a:pt x="35" y="106"/>
                  <a:pt x="35" y="106"/>
                </a:cubicBezTo>
                <a:cubicBezTo>
                  <a:pt x="35" y="92"/>
                  <a:pt x="47" y="81"/>
                  <a:pt x="61" y="81"/>
                </a:cubicBezTo>
                <a:cubicBezTo>
                  <a:pt x="75" y="81"/>
                  <a:pt x="86" y="92"/>
                  <a:pt x="86" y="106"/>
                </a:cubicBezTo>
                <a:cubicBezTo>
                  <a:pt x="141" y="106"/>
                  <a:pt x="141" y="106"/>
                  <a:pt x="141" y="106"/>
                </a:cubicBezTo>
                <a:cubicBezTo>
                  <a:pt x="141" y="92"/>
                  <a:pt x="152" y="81"/>
                  <a:pt x="166" y="81"/>
                </a:cubicBezTo>
                <a:cubicBezTo>
                  <a:pt x="180" y="81"/>
                  <a:pt x="191" y="92"/>
                  <a:pt x="191" y="106"/>
                </a:cubicBezTo>
                <a:cubicBezTo>
                  <a:pt x="204" y="106"/>
                  <a:pt x="204" y="106"/>
                  <a:pt x="204" y="106"/>
                </a:cubicBezTo>
                <a:cubicBezTo>
                  <a:pt x="208" y="106"/>
                  <a:pt x="211" y="105"/>
                  <a:pt x="214" y="103"/>
                </a:cubicBezTo>
                <a:cubicBezTo>
                  <a:pt x="219" y="103"/>
                  <a:pt x="219" y="103"/>
                  <a:pt x="219" y="103"/>
                </a:cubicBezTo>
                <a:cubicBezTo>
                  <a:pt x="221" y="103"/>
                  <a:pt x="223" y="101"/>
                  <a:pt x="223" y="99"/>
                </a:cubicBezTo>
                <a:cubicBezTo>
                  <a:pt x="223" y="87"/>
                  <a:pt x="223" y="87"/>
                  <a:pt x="223" y="87"/>
                </a:cubicBezTo>
                <a:cubicBezTo>
                  <a:pt x="223" y="85"/>
                  <a:pt x="222" y="83"/>
                  <a:pt x="220" y="83"/>
                </a:cubicBezTo>
                <a:close/>
                <a:moveTo>
                  <a:pt x="60" y="47"/>
                </a:moveTo>
                <a:cubicBezTo>
                  <a:pt x="13" y="47"/>
                  <a:pt x="13" y="47"/>
                  <a:pt x="13" y="47"/>
                </a:cubicBezTo>
                <a:cubicBezTo>
                  <a:pt x="14" y="28"/>
                  <a:pt x="19" y="17"/>
                  <a:pt x="19" y="17"/>
                </a:cubicBezTo>
                <a:cubicBezTo>
                  <a:pt x="19" y="16"/>
                  <a:pt x="19" y="15"/>
                  <a:pt x="19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61" y="14"/>
                  <a:pt x="63" y="15"/>
                  <a:pt x="63" y="17"/>
                </a:cubicBezTo>
                <a:cubicBezTo>
                  <a:pt x="63" y="44"/>
                  <a:pt x="63" y="44"/>
                  <a:pt x="63" y="44"/>
                </a:cubicBezTo>
                <a:cubicBezTo>
                  <a:pt x="63" y="46"/>
                  <a:pt x="61" y="47"/>
                  <a:pt x="60" y="47"/>
                </a:cubicBezTo>
                <a:close/>
                <a:moveTo>
                  <a:pt x="122" y="45"/>
                </a:moveTo>
                <a:cubicBezTo>
                  <a:pt x="122" y="46"/>
                  <a:pt x="121" y="48"/>
                  <a:pt x="119" y="48"/>
                </a:cubicBezTo>
                <a:cubicBezTo>
                  <a:pt x="72" y="48"/>
                  <a:pt x="72" y="48"/>
                  <a:pt x="72" y="48"/>
                </a:cubicBezTo>
                <a:cubicBezTo>
                  <a:pt x="71" y="48"/>
                  <a:pt x="70" y="46"/>
                  <a:pt x="70" y="45"/>
                </a:cubicBezTo>
                <a:cubicBezTo>
                  <a:pt x="70" y="18"/>
                  <a:pt x="70" y="18"/>
                  <a:pt x="70" y="18"/>
                </a:cubicBezTo>
                <a:cubicBezTo>
                  <a:pt x="70" y="16"/>
                  <a:pt x="71" y="15"/>
                  <a:pt x="72" y="15"/>
                </a:cubicBezTo>
                <a:cubicBezTo>
                  <a:pt x="119" y="15"/>
                  <a:pt x="119" y="15"/>
                  <a:pt x="119" y="15"/>
                </a:cubicBezTo>
                <a:cubicBezTo>
                  <a:pt x="121" y="15"/>
                  <a:pt x="122" y="16"/>
                  <a:pt x="122" y="18"/>
                </a:cubicBezTo>
                <a:lnTo>
                  <a:pt x="122" y="45"/>
                </a:lnTo>
                <a:close/>
                <a:moveTo>
                  <a:pt x="181" y="45"/>
                </a:moveTo>
                <a:cubicBezTo>
                  <a:pt x="181" y="46"/>
                  <a:pt x="179" y="48"/>
                  <a:pt x="178" y="48"/>
                </a:cubicBezTo>
                <a:cubicBezTo>
                  <a:pt x="131" y="48"/>
                  <a:pt x="131" y="48"/>
                  <a:pt x="131" y="48"/>
                </a:cubicBezTo>
                <a:cubicBezTo>
                  <a:pt x="129" y="48"/>
                  <a:pt x="128" y="46"/>
                  <a:pt x="128" y="45"/>
                </a:cubicBezTo>
                <a:cubicBezTo>
                  <a:pt x="128" y="18"/>
                  <a:pt x="128" y="18"/>
                  <a:pt x="128" y="18"/>
                </a:cubicBezTo>
                <a:cubicBezTo>
                  <a:pt x="128" y="16"/>
                  <a:pt x="129" y="15"/>
                  <a:pt x="131" y="15"/>
                </a:cubicBezTo>
                <a:cubicBezTo>
                  <a:pt x="178" y="15"/>
                  <a:pt x="178" y="15"/>
                  <a:pt x="178" y="15"/>
                </a:cubicBezTo>
                <a:cubicBezTo>
                  <a:pt x="179" y="15"/>
                  <a:pt x="181" y="16"/>
                  <a:pt x="181" y="18"/>
                </a:cubicBezTo>
                <a:lnTo>
                  <a:pt x="181" y="45"/>
                </a:lnTo>
                <a:close/>
                <a:moveTo>
                  <a:pt x="181" y="74"/>
                </a:moveTo>
                <a:cubicBezTo>
                  <a:pt x="181" y="73"/>
                  <a:pt x="182" y="72"/>
                  <a:pt x="182" y="72"/>
                </a:cubicBezTo>
                <a:cubicBezTo>
                  <a:pt x="208" y="72"/>
                  <a:pt x="208" y="72"/>
                  <a:pt x="208" y="72"/>
                </a:cubicBezTo>
                <a:cubicBezTo>
                  <a:pt x="209" y="72"/>
                  <a:pt x="210" y="73"/>
                  <a:pt x="210" y="74"/>
                </a:cubicBezTo>
                <a:lnTo>
                  <a:pt x="181" y="74"/>
                </a:lnTo>
                <a:close/>
                <a:moveTo>
                  <a:pt x="181" y="71"/>
                </a:moveTo>
                <a:cubicBezTo>
                  <a:pt x="181" y="70"/>
                  <a:pt x="182" y="70"/>
                  <a:pt x="182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70"/>
                  <a:pt x="210" y="70"/>
                  <a:pt x="210" y="71"/>
                </a:cubicBezTo>
                <a:lnTo>
                  <a:pt x="181" y="71"/>
                </a:lnTo>
                <a:close/>
                <a:moveTo>
                  <a:pt x="181" y="68"/>
                </a:moveTo>
                <a:cubicBezTo>
                  <a:pt x="181" y="67"/>
                  <a:pt x="182" y="67"/>
                  <a:pt x="182" y="67"/>
                </a:cubicBezTo>
                <a:cubicBezTo>
                  <a:pt x="208" y="67"/>
                  <a:pt x="208" y="67"/>
                  <a:pt x="208" y="67"/>
                </a:cubicBezTo>
                <a:cubicBezTo>
                  <a:pt x="209" y="67"/>
                  <a:pt x="210" y="67"/>
                  <a:pt x="210" y="68"/>
                </a:cubicBezTo>
                <a:lnTo>
                  <a:pt x="181" y="68"/>
                </a:lnTo>
                <a:close/>
                <a:moveTo>
                  <a:pt x="181" y="65"/>
                </a:moveTo>
                <a:cubicBezTo>
                  <a:pt x="181" y="65"/>
                  <a:pt x="182" y="64"/>
                  <a:pt x="182" y="64"/>
                </a:cubicBezTo>
                <a:cubicBezTo>
                  <a:pt x="208" y="64"/>
                  <a:pt x="208" y="64"/>
                  <a:pt x="208" y="64"/>
                </a:cubicBezTo>
                <a:cubicBezTo>
                  <a:pt x="209" y="64"/>
                  <a:pt x="210" y="65"/>
                  <a:pt x="210" y="65"/>
                </a:cubicBezTo>
                <a:lnTo>
                  <a:pt x="181" y="65"/>
                </a:lnTo>
                <a:close/>
                <a:moveTo>
                  <a:pt x="181" y="65"/>
                </a:moveTo>
                <a:cubicBezTo>
                  <a:pt x="181" y="65"/>
                  <a:pt x="181" y="65"/>
                  <a:pt x="181" y="65"/>
                </a:cubicBezTo>
              </a:path>
            </a:pathLst>
          </a:custGeom>
          <a:solidFill>
            <a:srgbClr val="1AA3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" name="Freeform 21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8185058" y="2089518"/>
            <a:ext cx="919163" cy="490538"/>
          </a:xfrm>
          <a:custGeom>
            <a:avLst/>
            <a:gdLst>
              <a:gd name="T0" fmla="*/ 179 w 245"/>
              <a:gd name="T1" fmla="*/ 109 h 128"/>
              <a:gd name="T2" fmla="*/ 218 w 245"/>
              <a:gd name="T3" fmla="*/ 109 h 128"/>
              <a:gd name="T4" fmla="*/ 199 w 245"/>
              <a:gd name="T5" fmla="*/ 121 h 128"/>
              <a:gd name="T6" fmla="*/ 199 w 245"/>
              <a:gd name="T7" fmla="*/ 97 h 128"/>
              <a:gd name="T8" fmla="*/ 199 w 245"/>
              <a:gd name="T9" fmla="*/ 121 h 128"/>
              <a:gd name="T10" fmla="*/ 26 w 245"/>
              <a:gd name="T11" fmla="*/ 109 h 128"/>
              <a:gd name="T12" fmla="*/ 64 w 245"/>
              <a:gd name="T13" fmla="*/ 109 h 128"/>
              <a:gd name="T14" fmla="*/ 45 w 245"/>
              <a:gd name="T15" fmla="*/ 121 h 128"/>
              <a:gd name="T16" fmla="*/ 45 w 245"/>
              <a:gd name="T17" fmla="*/ 97 h 128"/>
              <a:gd name="T18" fmla="*/ 45 w 245"/>
              <a:gd name="T19" fmla="*/ 121 h 128"/>
              <a:gd name="T20" fmla="*/ 9 w 245"/>
              <a:gd name="T21" fmla="*/ 86 h 128"/>
              <a:gd name="T22" fmla="*/ 7 w 245"/>
              <a:gd name="T23" fmla="*/ 104 h 128"/>
              <a:gd name="T24" fmla="*/ 0 w 245"/>
              <a:gd name="T25" fmla="*/ 112 h 128"/>
              <a:gd name="T26" fmla="*/ 23 w 245"/>
              <a:gd name="T27" fmla="*/ 110 h 128"/>
              <a:gd name="T28" fmla="*/ 66 w 245"/>
              <a:gd name="T29" fmla="*/ 110 h 128"/>
              <a:gd name="T30" fmla="*/ 177 w 245"/>
              <a:gd name="T31" fmla="*/ 112 h 128"/>
              <a:gd name="T32" fmla="*/ 198 w 245"/>
              <a:gd name="T33" fmla="*/ 88 h 128"/>
              <a:gd name="T34" fmla="*/ 219 w 245"/>
              <a:gd name="T35" fmla="*/ 112 h 128"/>
              <a:gd name="T36" fmla="*/ 245 w 245"/>
              <a:gd name="T37" fmla="*/ 92 h 128"/>
              <a:gd name="T38" fmla="*/ 224 w 245"/>
              <a:gd name="T39" fmla="*/ 0 h 128"/>
              <a:gd name="T40" fmla="*/ 0 w 245"/>
              <a:gd name="T41" fmla="*/ 20 h 128"/>
              <a:gd name="T42" fmla="*/ 7 w 245"/>
              <a:gd name="T43" fmla="*/ 84 h 128"/>
              <a:gd name="T44" fmla="*/ 146 w 245"/>
              <a:gd name="T45" fmla="*/ 59 h 128"/>
              <a:gd name="T46" fmla="*/ 109 w 245"/>
              <a:gd name="T47" fmla="*/ 11 h 128"/>
              <a:gd name="T48" fmla="*/ 188 w 245"/>
              <a:gd name="T49" fmla="*/ 59 h 128"/>
              <a:gd name="T50" fmla="*/ 227 w 245"/>
              <a:gd name="T51" fmla="*/ 11 h 128"/>
              <a:gd name="T52" fmla="*/ 229 w 245"/>
              <a:gd name="T53" fmla="*/ 48 h 128"/>
              <a:gd name="T54" fmla="*/ 205 w 245"/>
              <a:gd name="T55" fmla="*/ 59 h 128"/>
              <a:gd name="T56" fmla="*/ 148 w 245"/>
              <a:gd name="T57" fmla="*/ 59 h 128"/>
              <a:gd name="T58" fmla="*/ 186 w 245"/>
              <a:gd name="T59" fmla="*/ 11 h 128"/>
              <a:gd name="T60" fmla="*/ 148 w 245"/>
              <a:gd name="T61" fmla="*/ 59 h 128"/>
              <a:gd name="T62" fmla="*/ 107 w 245"/>
              <a:gd name="T63" fmla="*/ 11 h 128"/>
              <a:gd name="T64" fmla="*/ 66 w 245"/>
              <a:gd name="T65" fmla="*/ 59 h 128"/>
              <a:gd name="T66" fmla="*/ 48 w 245"/>
              <a:gd name="T67" fmla="*/ 13 h 128"/>
              <a:gd name="T68" fmla="*/ 64 w 245"/>
              <a:gd name="T69" fmla="*/ 11 h 128"/>
              <a:gd name="T70" fmla="*/ 50 w 245"/>
              <a:gd name="T71" fmla="*/ 59 h 128"/>
              <a:gd name="T72" fmla="*/ 48 w 245"/>
              <a:gd name="T73" fmla="*/ 13 h 128"/>
              <a:gd name="T74" fmla="*/ 22 w 245"/>
              <a:gd name="T75" fmla="*/ 10 h 128"/>
              <a:gd name="T76" fmla="*/ 42 w 245"/>
              <a:gd name="T77" fmla="*/ 58 h 128"/>
              <a:gd name="T78" fmla="*/ 12 w 245"/>
              <a:gd name="T79" fmla="*/ 70 h 128"/>
              <a:gd name="T80" fmla="*/ 12 w 245"/>
              <a:gd name="T81" fmla="*/ 7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45" h="128">
                <a:moveTo>
                  <a:pt x="199" y="90"/>
                </a:moveTo>
                <a:cubicBezTo>
                  <a:pt x="188" y="90"/>
                  <a:pt x="179" y="98"/>
                  <a:pt x="179" y="109"/>
                </a:cubicBezTo>
                <a:cubicBezTo>
                  <a:pt x="179" y="119"/>
                  <a:pt x="188" y="128"/>
                  <a:pt x="199" y="128"/>
                </a:cubicBezTo>
                <a:cubicBezTo>
                  <a:pt x="209" y="128"/>
                  <a:pt x="218" y="119"/>
                  <a:pt x="218" y="109"/>
                </a:cubicBezTo>
                <a:cubicBezTo>
                  <a:pt x="218" y="98"/>
                  <a:pt x="209" y="90"/>
                  <a:pt x="199" y="90"/>
                </a:cubicBezTo>
                <a:close/>
                <a:moveTo>
                  <a:pt x="199" y="121"/>
                </a:moveTo>
                <a:cubicBezTo>
                  <a:pt x="192" y="121"/>
                  <a:pt x="187" y="115"/>
                  <a:pt x="187" y="109"/>
                </a:cubicBezTo>
                <a:cubicBezTo>
                  <a:pt x="187" y="102"/>
                  <a:pt x="192" y="97"/>
                  <a:pt x="199" y="97"/>
                </a:cubicBezTo>
                <a:cubicBezTo>
                  <a:pt x="205" y="97"/>
                  <a:pt x="211" y="102"/>
                  <a:pt x="211" y="109"/>
                </a:cubicBezTo>
                <a:cubicBezTo>
                  <a:pt x="211" y="115"/>
                  <a:pt x="205" y="121"/>
                  <a:pt x="199" y="121"/>
                </a:cubicBezTo>
                <a:close/>
                <a:moveTo>
                  <a:pt x="45" y="90"/>
                </a:moveTo>
                <a:cubicBezTo>
                  <a:pt x="35" y="90"/>
                  <a:pt x="26" y="98"/>
                  <a:pt x="26" y="109"/>
                </a:cubicBezTo>
                <a:cubicBezTo>
                  <a:pt x="26" y="119"/>
                  <a:pt x="35" y="128"/>
                  <a:pt x="45" y="128"/>
                </a:cubicBezTo>
                <a:cubicBezTo>
                  <a:pt x="56" y="128"/>
                  <a:pt x="64" y="119"/>
                  <a:pt x="64" y="109"/>
                </a:cubicBezTo>
                <a:cubicBezTo>
                  <a:pt x="64" y="98"/>
                  <a:pt x="56" y="90"/>
                  <a:pt x="45" y="90"/>
                </a:cubicBezTo>
                <a:close/>
                <a:moveTo>
                  <a:pt x="45" y="121"/>
                </a:moveTo>
                <a:cubicBezTo>
                  <a:pt x="39" y="121"/>
                  <a:pt x="33" y="115"/>
                  <a:pt x="33" y="109"/>
                </a:cubicBezTo>
                <a:cubicBezTo>
                  <a:pt x="33" y="102"/>
                  <a:pt x="39" y="97"/>
                  <a:pt x="45" y="97"/>
                </a:cubicBezTo>
                <a:cubicBezTo>
                  <a:pt x="52" y="97"/>
                  <a:pt x="57" y="102"/>
                  <a:pt x="57" y="109"/>
                </a:cubicBezTo>
                <a:cubicBezTo>
                  <a:pt x="57" y="115"/>
                  <a:pt x="52" y="121"/>
                  <a:pt x="45" y="121"/>
                </a:cubicBezTo>
                <a:close/>
                <a:moveTo>
                  <a:pt x="7" y="84"/>
                </a:moveTo>
                <a:cubicBezTo>
                  <a:pt x="8" y="84"/>
                  <a:pt x="9" y="85"/>
                  <a:pt x="9" y="86"/>
                </a:cubicBezTo>
                <a:cubicBezTo>
                  <a:pt x="9" y="102"/>
                  <a:pt x="9" y="102"/>
                  <a:pt x="9" y="102"/>
                </a:cubicBezTo>
                <a:cubicBezTo>
                  <a:pt x="9" y="103"/>
                  <a:pt x="8" y="104"/>
                  <a:pt x="7" y="104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112"/>
                  <a:pt x="0" y="112"/>
                  <a:pt x="0" y="112"/>
                </a:cubicBezTo>
                <a:cubicBezTo>
                  <a:pt x="23" y="112"/>
                  <a:pt x="23" y="112"/>
                  <a:pt x="23" y="112"/>
                </a:cubicBezTo>
                <a:cubicBezTo>
                  <a:pt x="23" y="111"/>
                  <a:pt x="23" y="111"/>
                  <a:pt x="23" y="110"/>
                </a:cubicBezTo>
                <a:cubicBezTo>
                  <a:pt x="23" y="98"/>
                  <a:pt x="33" y="88"/>
                  <a:pt x="45" y="88"/>
                </a:cubicBezTo>
                <a:cubicBezTo>
                  <a:pt x="56" y="88"/>
                  <a:pt x="66" y="98"/>
                  <a:pt x="66" y="110"/>
                </a:cubicBezTo>
                <a:cubicBezTo>
                  <a:pt x="66" y="111"/>
                  <a:pt x="66" y="111"/>
                  <a:pt x="66" y="112"/>
                </a:cubicBezTo>
                <a:cubicBezTo>
                  <a:pt x="177" y="112"/>
                  <a:pt x="177" y="112"/>
                  <a:pt x="177" y="112"/>
                </a:cubicBezTo>
                <a:cubicBezTo>
                  <a:pt x="177" y="111"/>
                  <a:pt x="177" y="111"/>
                  <a:pt x="177" y="110"/>
                </a:cubicBezTo>
                <a:cubicBezTo>
                  <a:pt x="177" y="98"/>
                  <a:pt x="186" y="88"/>
                  <a:pt x="198" y="88"/>
                </a:cubicBezTo>
                <a:cubicBezTo>
                  <a:pt x="210" y="88"/>
                  <a:pt x="219" y="98"/>
                  <a:pt x="219" y="110"/>
                </a:cubicBezTo>
                <a:cubicBezTo>
                  <a:pt x="219" y="111"/>
                  <a:pt x="219" y="111"/>
                  <a:pt x="219" y="112"/>
                </a:cubicBezTo>
                <a:cubicBezTo>
                  <a:pt x="224" y="112"/>
                  <a:pt x="224" y="112"/>
                  <a:pt x="224" y="112"/>
                </a:cubicBezTo>
                <a:cubicBezTo>
                  <a:pt x="235" y="112"/>
                  <a:pt x="245" y="103"/>
                  <a:pt x="245" y="92"/>
                </a:cubicBezTo>
                <a:cubicBezTo>
                  <a:pt x="245" y="20"/>
                  <a:pt x="245" y="20"/>
                  <a:pt x="245" y="20"/>
                </a:cubicBezTo>
                <a:cubicBezTo>
                  <a:pt x="245" y="9"/>
                  <a:pt x="235" y="0"/>
                  <a:pt x="224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84"/>
                  <a:pt x="0" y="84"/>
                  <a:pt x="0" y="84"/>
                </a:cubicBezTo>
                <a:cubicBezTo>
                  <a:pt x="7" y="84"/>
                  <a:pt x="7" y="84"/>
                  <a:pt x="7" y="84"/>
                </a:cubicBezTo>
                <a:close/>
                <a:moveTo>
                  <a:pt x="146" y="11"/>
                </a:moveTo>
                <a:cubicBezTo>
                  <a:pt x="146" y="59"/>
                  <a:pt x="146" y="59"/>
                  <a:pt x="146" y="59"/>
                </a:cubicBezTo>
                <a:cubicBezTo>
                  <a:pt x="109" y="59"/>
                  <a:pt x="109" y="59"/>
                  <a:pt x="109" y="59"/>
                </a:cubicBezTo>
                <a:cubicBezTo>
                  <a:pt x="109" y="11"/>
                  <a:pt x="109" y="11"/>
                  <a:pt x="109" y="11"/>
                </a:cubicBezTo>
                <a:lnTo>
                  <a:pt x="146" y="11"/>
                </a:lnTo>
                <a:close/>
                <a:moveTo>
                  <a:pt x="188" y="59"/>
                </a:moveTo>
                <a:cubicBezTo>
                  <a:pt x="188" y="11"/>
                  <a:pt x="188" y="11"/>
                  <a:pt x="188" y="11"/>
                </a:cubicBezTo>
                <a:cubicBezTo>
                  <a:pt x="227" y="11"/>
                  <a:pt x="227" y="11"/>
                  <a:pt x="227" y="11"/>
                </a:cubicBezTo>
                <a:cubicBezTo>
                  <a:pt x="228" y="11"/>
                  <a:pt x="229" y="12"/>
                  <a:pt x="229" y="13"/>
                </a:cubicBezTo>
                <a:cubicBezTo>
                  <a:pt x="229" y="48"/>
                  <a:pt x="229" y="48"/>
                  <a:pt x="229" y="48"/>
                </a:cubicBezTo>
                <a:cubicBezTo>
                  <a:pt x="229" y="49"/>
                  <a:pt x="229" y="59"/>
                  <a:pt x="212" y="59"/>
                </a:cubicBezTo>
                <a:cubicBezTo>
                  <a:pt x="205" y="59"/>
                  <a:pt x="205" y="59"/>
                  <a:pt x="205" y="59"/>
                </a:cubicBezTo>
                <a:lnTo>
                  <a:pt x="188" y="59"/>
                </a:lnTo>
                <a:close/>
                <a:moveTo>
                  <a:pt x="148" y="59"/>
                </a:moveTo>
                <a:cubicBezTo>
                  <a:pt x="148" y="11"/>
                  <a:pt x="148" y="11"/>
                  <a:pt x="148" y="11"/>
                </a:cubicBezTo>
                <a:cubicBezTo>
                  <a:pt x="186" y="11"/>
                  <a:pt x="186" y="11"/>
                  <a:pt x="186" y="11"/>
                </a:cubicBezTo>
                <a:cubicBezTo>
                  <a:pt x="186" y="59"/>
                  <a:pt x="186" y="59"/>
                  <a:pt x="186" y="59"/>
                </a:cubicBezTo>
                <a:lnTo>
                  <a:pt x="148" y="59"/>
                </a:lnTo>
                <a:close/>
                <a:moveTo>
                  <a:pt x="66" y="11"/>
                </a:moveTo>
                <a:cubicBezTo>
                  <a:pt x="107" y="11"/>
                  <a:pt x="107" y="11"/>
                  <a:pt x="107" y="11"/>
                </a:cubicBezTo>
                <a:cubicBezTo>
                  <a:pt x="107" y="59"/>
                  <a:pt x="107" y="59"/>
                  <a:pt x="107" y="59"/>
                </a:cubicBezTo>
                <a:cubicBezTo>
                  <a:pt x="66" y="59"/>
                  <a:pt x="66" y="59"/>
                  <a:pt x="66" y="59"/>
                </a:cubicBezTo>
                <a:lnTo>
                  <a:pt x="66" y="11"/>
                </a:lnTo>
                <a:close/>
                <a:moveTo>
                  <a:pt x="48" y="13"/>
                </a:moveTo>
                <a:cubicBezTo>
                  <a:pt x="48" y="12"/>
                  <a:pt x="49" y="11"/>
                  <a:pt x="50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59"/>
                  <a:pt x="64" y="59"/>
                  <a:pt x="64" y="59"/>
                </a:cubicBezTo>
                <a:cubicBezTo>
                  <a:pt x="50" y="59"/>
                  <a:pt x="50" y="59"/>
                  <a:pt x="50" y="59"/>
                </a:cubicBezTo>
                <a:cubicBezTo>
                  <a:pt x="49" y="59"/>
                  <a:pt x="48" y="58"/>
                  <a:pt x="48" y="57"/>
                </a:cubicBezTo>
                <a:lnTo>
                  <a:pt x="48" y="13"/>
                </a:lnTo>
                <a:close/>
                <a:moveTo>
                  <a:pt x="12" y="21"/>
                </a:moveTo>
                <a:cubicBezTo>
                  <a:pt x="12" y="15"/>
                  <a:pt x="16" y="10"/>
                  <a:pt x="22" y="10"/>
                </a:cubicBezTo>
                <a:cubicBezTo>
                  <a:pt x="42" y="10"/>
                  <a:pt x="42" y="10"/>
                  <a:pt x="42" y="10"/>
                </a:cubicBezTo>
                <a:cubicBezTo>
                  <a:pt x="42" y="58"/>
                  <a:pt x="42" y="58"/>
                  <a:pt x="42" y="58"/>
                </a:cubicBezTo>
                <a:cubicBezTo>
                  <a:pt x="42" y="58"/>
                  <a:pt x="41" y="67"/>
                  <a:pt x="31" y="69"/>
                </a:cubicBezTo>
                <a:cubicBezTo>
                  <a:pt x="21" y="71"/>
                  <a:pt x="12" y="70"/>
                  <a:pt x="12" y="70"/>
                </a:cubicBezTo>
                <a:lnTo>
                  <a:pt x="12" y="21"/>
                </a:lnTo>
                <a:close/>
                <a:moveTo>
                  <a:pt x="12" y="70"/>
                </a:moveTo>
                <a:cubicBezTo>
                  <a:pt x="12" y="70"/>
                  <a:pt x="12" y="70"/>
                  <a:pt x="12" y="70"/>
                </a:cubicBezTo>
              </a:path>
            </a:pathLst>
          </a:custGeom>
          <a:solidFill>
            <a:srgbClr val="69A35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13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3271143" y="2273668"/>
            <a:ext cx="550863" cy="306388"/>
          </a:xfrm>
          <a:custGeom>
            <a:avLst/>
            <a:gdLst>
              <a:gd name="T0" fmla="*/ 30 w 147"/>
              <a:gd name="T1" fmla="*/ 29 h 80"/>
              <a:gd name="T2" fmla="*/ 0 w 147"/>
              <a:gd name="T3" fmla="*/ 41 h 80"/>
              <a:gd name="T4" fmla="*/ 0 w 147"/>
              <a:gd name="T5" fmla="*/ 58 h 80"/>
              <a:gd name="T6" fmla="*/ 7 w 147"/>
              <a:gd name="T7" fmla="*/ 67 h 80"/>
              <a:gd name="T8" fmla="*/ 25 w 147"/>
              <a:gd name="T9" fmla="*/ 80 h 80"/>
              <a:gd name="T10" fmla="*/ 42 w 147"/>
              <a:gd name="T11" fmla="*/ 68 h 80"/>
              <a:gd name="T12" fmla="*/ 99 w 147"/>
              <a:gd name="T13" fmla="*/ 68 h 80"/>
              <a:gd name="T14" fmla="*/ 117 w 147"/>
              <a:gd name="T15" fmla="*/ 80 h 80"/>
              <a:gd name="T16" fmla="*/ 134 w 147"/>
              <a:gd name="T17" fmla="*/ 68 h 80"/>
              <a:gd name="T18" fmla="*/ 138 w 147"/>
              <a:gd name="T19" fmla="*/ 68 h 80"/>
              <a:gd name="T20" fmla="*/ 147 w 147"/>
              <a:gd name="T21" fmla="*/ 58 h 80"/>
              <a:gd name="T22" fmla="*/ 147 w 147"/>
              <a:gd name="T23" fmla="*/ 37 h 80"/>
              <a:gd name="T24" fmla="*/ 128 w 147"/>
              <a:gd name="T25" fmla="*/ 25 h 80"/>
              <a:gd name="T26" fmla="*/ 113 w 147"/>
              <a:gd name="T27" fmla="*/ 4 h 80"/>
              <a:gd name="T28" fmla="*/ 105 w 147"/>
              <a:gd name="T29" fmla="*/ 0 h 80"/>
              <a:gd name="T30" fmla="*/ 65 w 147"/>
              <a:gd name="T31" fmla="*/ 0 h 80"/>
              <a:gd name="T32" fmla="*/ 57 w 147"/>
              <a:gd name="T33" fmla="*/ 4 h 80"/>
              <a:gd name="T34" fmla="*/ 30 w 147"/>
              <a:gd name="T35" fmla="*/ 29 h 80"/>
              <a:gd name="T36" fmla="*/ 117 w 147"/>
              <a:gd name="T37" fmla="*/ 25 h 80"/>
              <a:gd name="T38" fmla="*/ 116 w 147"/>
              <a:gd name="T39" fmla="*/ 31 h 80"/>
              <a:gd name="T40" fmla="*/ 87 w 147"/>
              <a:gd name="T41" fmla="*/ 31 h 80"/>
              <a:gd name="T42" fmla="*/ 87 w 147"/>
              <a:gd name="T43" fmla="*/ 10 h 80"/>
              <a:gd name="T44" fmla="*/ 102 w 147"/>
              <a:gd name="T45" fmla="*/ 10 h 80"/>
              <a:gd name="T46" fmla="*/ 108 w 147"/>
              <a:gd name="T47" fmla="*/ 13 h 80"/>
              <a:gd name="T48" fmla="*/ 117 w 147"/>
              <a:gd name="T49" fmla="*/ 25 h 80"/>
              <a:gd name="T50" fmla="*/ 117 w 147"/>
              <a:gd name="T51" fmla="*/ 71 h 80"/>
              <a:gd name="T52" fmla="*/ 107 w 147"/>
              <a:gd name="T53" fmla="*/ 61 h 80"/>
              <a:gd name="T54" fmla="*/ 117 w 147"/>
              <a:gd name="T55" fmla="*/ 52 h 80"/>
              <a:gd name="T56" fmla="*/ 126 w 147"/>
              <a:gd name="T57" fmla="*/ 61 h 80"/>
              <a:gd name="T58" fmla="*/ 117 w 147"/>
              <a:gd name="T59" fmla="*/ 71 h 80"/>
              <a:gd name="T60" fmla="*/ 85 w 147"/>
              <a:gd name="T61" fmla="*/ 31 h 80"/>
              <a:gd name="T62" fmla="*/ 45 w 147"/>
              <a:gd name="T63" fmla="*/ 31 h 80"/>
              <a:gd name="T64" fmla="*/ 45 w 147"/>
              <a:gd name="T65" fmla="*/ 27 h 80"/>
              <a:gd name="T66" fmla="*/ 60 w 147"/>
              <a:gd name="T67" fmla="*/ 12 h 80"/>
              <a:gd name="T68" fmla="*/ 67 w 147"/>
              <a:gd name="T69" fmla="*/ 10 h 80"/>
              <a:gd name="T70" fmla="*/ 85 w 147"/>
              <a:gd name="T71" fmla="*/ 10 h 80"/>
              <a:gd name="T72" fmla="*/ 85 w 147"/>
              <a:gd name="T73" fmla="*/ 31 h 80"/>
              <a:gd name="T74" fmla="*/ 25 w 147"/>
              <a:gd name="T75" fmla="*/ 71 h 80"/>
              <a:gd name="T76" fmla="*/ 15 w 147"/>
              <a:gd name="T77" fmla="*/ 61 h 80"/>
              <a:gd name="T78" fmla="*/ 25 w 147"/>
              <a:gd name="T79" fmla="*/ 52 h 80"/>
              <a:gd name="T80" fmla="*/ 34 w 147"/>
              <a:gd name="T81" fmla="*/ 61 h 80"/>
              <a:gd name="T82" fmla="*/ 25 w 147"/>
              <a:gd name="T83" fmla="*/ 71 h 80"/>
              <a:gd name="T84" fmla="*/ 25 w 147"/>
              <a:gd name="T85" fmla="*/ 71 h 80"/>
              <a:gd name="T86" fmla="*/ 25 w 147"/>
              <a:gd name="T87" fmla="*/ 71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7" h="80">
                <a:moveTo>
                  <a:pt x="30" y="29"/>
                </a:moveTo>
                <a:cubicBezTo>
                  <a:pt x="10" y="33"/>
                  <a:pt x="0" y="36"/>
                  <a:pt x="0" y="41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0"/>
                  <a:pt x="4" y="64"/>
                  <a:pt x="7" y="67"/>
                </a:cubicBezTo>
                <a:cubicBezTo>
                  <a:pt x="9" y="74"/>
                  <a:pt x="16" y="80"/>
                  <a:pt x="25" y="80"/>
                </a:cubicBezTo>
                <a:cubicBezTo>
                  <a:pt x="33" y="80"/>
                  <a:pt x="39" y="75"/>
                  <a:pt x="42" y="68"/>
                </a:cubicBezTo>
                <a:cubicBezTo>
                  <a:pt x="99" y="68"/>
                  <a:pt x="99" y="68"/>
                  <a:pt x="99" y="68"/>
                </a:cubicBezTo>
                <a:cubicBezTo>
                  <a:pt x="102" y="75"/>
                  <a:pt x="109" y="80"/>
                  <a:pt x="117" y="80"/>
                </a:cubicBezTo>
                <a:cubicBezTo>
                  <a:pt x="125" y="80"/>
                  <a:pt x="131" y="75"/>
                  <a:pt x="134" y="68"/>
                </a:cubicBezTo>
                <a:cubicBezTo>
                  <a:pt x="138" y="68"/>
                  <a:pt x="138" y="68"/>
                  <a:pt x="138" y="68"/>
                </a:cubicBezTo>
                <a:cubicBezTo>
                  <a:pt x="141" y="68"/>
                  <a:pt x="147" y="61"/>
                  <a:pt x="147" y="58"/>
                </a:cubicBezTo>
                <a:cubicBezTo>
                  <a:pt x="147" y="37"/>
                  <a:pt x="147" y="37"/>
                  <a:pt x="147" y="37"/>
                </a:cubicBezTo>
                <a:cubicBezTo>
                  <a:pt x="147" y="32"/>
                  <a:pt x="145" y="29"/>
                  <a:pt x="128" y="25"/>
                </a:cubicBezTo>
                <a:cubicBezTo>
                  <a:pt x="126" y="21"/>
                  <a:pt x="115" y="8"/>
                  <a:pt x="113" y="4"/>
                </a:cubicBezTo>
                <a:cubicBezTo>
                  <a:pt x="111" y="1"/>
                  <a:pt x="108" y="0"/>
                  <a:pt x="10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4" y="0"/>
                  <a:pt x="61" y="0"/>
                  <a:pt x="57" y="4"/>
                </a:cubicBezTo>
                <a:cubicBezTo>
                  <a:pt x="51" y="9"/>
                  <a:pt x="42" y="18"/>
                  <a:pt x="30" y="29"/>
                </a:cubicBezTo>
                <a:close/>
                <a:moveTo>
                  <a:pt x="117" y="25"/>
                </a:moveTo>
                <a:cubicBezTo>
                  <a:pt x="120" y="29"/>
                  <a:pt x="118" y="31"/>
                  <a:pt x="116" y="31"/>
                </a:cubicBezTo>
                <a:cubicBezTo>
                  <a:pt x="87" y="31"/>
                  <a:pt x="87" y="31"/>
                  <a:pt x="87" y="31"/>
                </a:cubicBezTo>
                <a:cubicBezTo>
                  <a:pt x="87" y="10"/>
                  <a:pt x="87" y="10"/>
                  <a:pt x="87" y="10"/>
                </a:cubicBezTo>
                <a:cubicBezTo>
                  <a:pt x="102" y="10"/>
                  <a:pt x="102" y="10"/>
                  <a:pt x="102" y="10"/>
                </a:cubicBezTo>
                <a:cubicBezTo>
                  <a:pt x="105" y="10"/>
                  <a:pt x="106" y="11"/>
                  <a:pt x="108" y="13"/>
                </a:cubicBezTo>
                <a:cubicBezTo>
                  <a:pt x="109" y="15"/>
                  <a:pt x="115" y="22"/>
                  <a:pt x="117" y="25"/>
                </a:cubicBezTo>
                <a:close/>
                <a:moveTo>
                  <a:pt x="117" y="71"/>
                </a:moveTo>
                <a:cubicBezTo>
                  <a:pt x="112" y="71"/>
                  <a:pt x="107" y="66"/>
                  <a:pt x="107" y="61"/>
                </a:cubicBezTo>
                <a:cubicBezTo>
                  <a:pt x="107" y="56"/>
                  <a:pt x="112" y="52"/>
                  <a:pt x="117" y="52"/>
                </a:cubicBezTo>
                <a:cubicBezTo>
                  <a:pt x="122" y="52"/>
                  <a:pt x="126" y="56"/>
                  <a:pt x="126" y="61"/>
                </a:cubicBezTo>
                <a:cubicBezTo>
                  <a:pt x="126" y="66"/>
                  <a:pt x="122" y="71"/>
                  <a:pt x="117" y="71"/>
                </a:cubicBezTo>
                <a:close/>
                <a:moveTo>
                  <a:pt x="85" y="31"/>
                </a:moveTo>
                <a:cubicBezTo>
                  <a:pt x="66" y="31"/>
                  <a:pt x="45" y="31"/>
                  <a:pt x="45" y="31"/>
                </a:cubicBezTo>
                <a:cubicBezTo>
                  <a:pt x="43" y="31"/>
                  <a:pt x="41" y="30"/>
                  <a:pt x="45" y="27"/>
                </a:cubicBezTo>
                <a:cubicBezTo>
                  <a:pt x="48" y="23"/>
                  <a:pt x="58" y="14"/>
                  <a:pt x="60" y="12"/>
                </a:cubicBezTo>
                <a:cubicBezTo>
                  <a:pt x="62" y="11"/>
                  <a:pt x="64" y="10"/>
                  <a:pt x="67" y="10"/>
                </a:cubicBezTo>
                <a:cubicBezTo>
                  <a:pt x="85" y="10"/>
                  <a:pt x="85" y="10"/>
                  <a:pt x="85" y="10"/>
                </a:cubicBezTo>
                <a:cubicBezTo>
                  <a:pt x="85" y="31"/>
                  <a:pt x="85" y="31"/>
                  <a:pt x="85" y="31"/>
                </a:cubicBezTo>
                <a:close/>
                <a:moveTo>
                  <a:pt x="25" y="71"/>
                </a:moveTo>
                <a:cubicBezTo>
                  <a:pt x="19" y="71"/>
                  <a:pt x="15" y="66"/>
                  <a:pt x="15" y="61"/>
                </a:cubicBezTo>
                <a:cubicBezTo>
                  <a:pt x="15" y="56"/>
                  <a:pt x="19" y="52"/>
                  <a:pt x="25" y="52"/>
                </a:cubicBezTo>
                <a:cubicBezTo>
                  <a:pt x="30" y="52"/>
                  <a:pt x="34" y="56"/>
                  <a:pt x="34" y="61"/>
                </a:cubicBezTo>
                <a:cubicBezTo>
                  <a:pt x="34" y="66"/>
                  <a:pt x="30" y="71"/>
                  <a:pt x="25" y="71"/>
                </a:cubicBezTo>
                <a:close/>
                <a:moveTo>
                  <a:pt x="25" y="71"/>
                </a:moveTo>
                <a:cubicBezTo>
                  <a:pt x="25" y="71"/>
                  <a:pt x="25" y="71"/>
                  <a:pt x="25" y="71"/>
                </a:cubicBezTo>
              </a:path>
            </a:pathLst>
          </a:custGeom>
          <a:solidFill>
            <a:srgbClr val="1F74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9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01390" y="2847070"/>
            <a:ext cx="1720275" cy="20461"/>
          </a:xfrm>
          <a:prstGeom prst="rect">
            <a:avLst/>
          </a:prstGeom>
          <a:solidFill>
            <a:srgbClr val="1F74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92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408483" y="2847070"/>
            <a:ext cx="1721849" cy="20461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93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079966" y="2847070"/>
            <a:ext cx="1721849" cy="20461"/>
          </a:xfrm>
          <a:prstGeom prst="rect">
            <a:avLst/>
          </a:prstGeom>
          <a:solidFill>
            <a:srgbClr val="1AA3A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Rectangle 9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754598" y="2847070"/>
            <a:ext cx="1720275" cy="20461"/>
          </a:xfrm>
          <a:prstGeom prst="rect">
            <a:avLst/>
          </a:prstGeom>
          <a:solidFill>
            <a:srgbClr val="69A35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val 6"/>
          <p:cNvSpPr/>
          <p:nvPr>
            <p:custDataLst>
              <p:tags r:id="rId17"/>
            </p:custDataLst>
          </p:nvPr>
        </p:nvSpPr>
        <p:spPr>
          <a:xfrm>
            <a:off x="2581689" y="2778819"/>
            <a:ext cx="155900" cy="155900"/>
          </a:xfrm>
          <a:prstGeom prst="ellipse">
            <a:avLst/>
          </a:prstGeom>
          <a:solidFill>
            <a:srgbClr val="1F74AD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Isosceles Triangle 244"/>
          <p:cNvSpPr/>
          <p:nvPr>
            <p:custDataLst>
              <p:tags r:id="rId18"/>
            </p:custDataLst>
          </p:nvPr>
        </p:nvSpPr>
        <p:spPr>
          <a:xfrm rot="5400000">
            <a:off x="9445051" y="2799842"/>
            <a:ext cx="155900" cy="107575"/>
          </a:xfrm>
          <a:prstGeom prst="triangle">
            <a:avLst/>
          </a:prstGeom>
          <a:solidFill>
            <a:srgbClr val="69A35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2"/>
          <p:cNvSpPr txBox="1"/>
          <p:nvPr>
            <p:custDataLst>
              <p:tags r:id="rId19"/>
            </p:custDataLst>
          </p:nvPr>
        </p:nvSpPr>
        <p:spPr>
          <a:xfrm>
            <a:off x="2778969" y="5011426"/>
            <a:ext cx="1524734" cy="430389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300" normalizeH="0" noProof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岗位</a:t>
            </a:r>
            <a:r>
              <a:rPr kumimoji="0" lang="zh-CN" altLang="en-US" b="1" i="0" u="none" strike="noStrike" kern="1200" cap="none" spc="300" normalizeH="0" noProof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endParaRPr kumimoji="0" lang="zh-CN" altLang="en-US" b="1" i="0" u="none" strike="noStrike" kern="1200" cap="none" spc="300" normalizeH="0" noProof="0">
              <a:ln>
                <a:noFill/>
              </a:ln>
              <a:solidFill>
                <a:sysClr val="window" lastClr="FFFFFF">
                  <a:lumMod val="50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45"/>
          <p:cNvSpPr/>
          <p:nvPr>
            <p:custDataLst>
              <p:tags r:id="rId20"/>
            </p:custDataLst>
          </p:nvPr>
        </p:nvSpPr>
        <p:spPr>
          <a:xfrm>
            <a:off x="2778967" y="5461293"/>
            <a:ext cx="1524736" cy="738664"/>
          </a:xfrm>
          <a:prstGeom prst="rect">
            <a:avLst/>
          </a:prstGeom>
        </p:spPr>
        <p:txBody>
          <a:bodyPr wrap="square" tIns="0">
            <a:normAutofit fontScale="70000"/>
          </a:bodyPr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从招聘简章中读懂岗位任职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的能力素质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从企业</a:t>
            </a:r>
            <a:r>
              <a:rPr lang="en-US" altLang="zh-CN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及员工处获取任职要求及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信息。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Freeform 86"/>
          <p:cNvSpPr/>
          <p:nvPr>
            <p:custDataLst>
              <p:tags r:id="rId21"/>
            </p:custDataLst>
          </p:nvPr>
        </p:nvSpPr>
        <p:spPr bwMode="auto">
          <a:xfrm>
            <a:off x="7639703" y="3376686"/>
            <a:ext cx="2009873" cy="673630"/>
          </a:xfrm>
          <a:custGeom>
            <a:avLst/>
            <a:gdLst>
              <a:gd name="T0" fmla="*/ 1080 w 1277"/>
              <a:gd name="T1" fmla="*/ 428 h 428"/>
              <a:gd name="T2" fmla="*/ 0 w 1277"/>
              <a:gd name="T3" fmla="*/ 428 h 428"/>
              <a:gd name="T4" fmla="*/ 0 w 1277"/>
              <a:gd name="T5" fmla="*/ 239 h 428"/>
              <a:gd name="T6" fmla="*/ 0 w 1277"/>
              <a:gd name="T7" fmla="*/ 0 h 428"/>
              <a:gd name="T8" fmla="*/ 1080 w 1277"/>
              <a:gd name="T9" fmla="*/ 0 h 428"/>
              <a:gd name="T10" fmla="*/ 1277 w 1277"/>
              <a:gd name="T11" fmla="*/ 215 h 428"/>
              <a:gd name="T12" fmla="*/ 1080 w 1277"/>
              <a:gd name="T13" fmla="*/ 428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7" h="428">
                <a:moveTo>
                  <a:pt x="1080" y="428"/>
                </a:moveTo>
                <a:lnTo>
                  <a:pt x="0" y="428"/>
                </a:lnTo>
                <a:lnTo>
                  <a:pt x="0" y="239"/>
                </a:lnTo>
                <a:lnTo>
                  <a:pt x="0" y="0"/>
                </a:lnTo>
                <a:lnTo>
                  <a:pt x="1080" y="0"/>
                </a:lnTo>
                <a:lnTo>
                  <a:pt x="1277" y="215"/>
                </a:lnTo>
                <a:lnTo>
                  <a:pt x="1080" y="428"/>
                </a:lnTo>
                <a:close/>
              </a:path>
            </a:pathLst>
          </a:custGeom>
          <a:solidFill>
            <a:srgbClr val="69A3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TextBox 241"/>
          <p:cNvSpPr txBox="1"/>
          <p:nvPr>
            <p:custDataLst>
              <p:tags r:id="rId22"/>
            </p:custDataLst>
          </p:nvPr>
        </p:nvSpPr>
        <p:spPr>
          <a:xfrm>
            <a:off x="8081010" y="3516630"/>
            <a:ext cx="1101090" cy="461645"/>
          </a:xfrm>
          <a:prstGeom prst="rect">
            <a:avLst/>
          </a:prstGeom>
          <a:solidFill>
            <a:srgbClr val="69A35B"/>
          </a:solidFill>
        </p:spPr>
        <p:txBody>
          <a:bodyPr wrap="square" lIns="90000" tIns="46800" rIns="90000" bIns="46800" rtlCol="0">
            <a:normAutofit fontScale="45000"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美化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183"/>
          <p:cNvSpPr/>
          <p:nvPr>
            <p:custDataLst>
              <p:tags r:id="rId23"/>
            </p:custDataLst>
          </p:nvPr>
        </p:nvSpPr>
        <p:spPr bwMode="auto">
          <a:xfrm>
            <a:off x="5933594" y="3376686"/>
            <a:ext cx="2008299" cy="673630"/>
          </a:xfrm>
          <a:custGeom>
            <a:avLst/>
            <a:gdLst>
              <a:gd name="T0" fmla="*/ 1078 w 1276"/>
              <a:gd name="T1" fmla="*/ 428 h 428"/>
              <a:gd name="T2" fmla="*/ 0 w 1276"/>
              <a:gd name="T3" fmla="*/ 428 h 428"/>
              <a:gd name="T4" fmla="*/ 0 w 1276"/>
              <a:gd name="T5" fmla="*/ 0 h 428"/>
              <a:gd name="T6" fmla="*/ 1078 w 1276"/>
              <a:gd name="T7" fmla="*/ 0 h 428"/>
              <a:gd name="T8" fmla="*/ 1276 w 1276"/>
              <a:gd name="T9" fmla="*/ 215 h 428"/>
              <a:gd name="T10" fmla="*/ 1078 w 1276"/>
              <a:gd name="T11" fmla="*/ 428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76" h="428">
                <a:moveTo>
                  <a:pt x="1078" y="428"/>
                </a:moveTo>
                <a:lnTo>
                  <a:pt x="0" y="428"/>
                </a:lnTo>
                <a:lnTo>
                  <a:pt x="0" y="0"/>
                </a:lnTo>
                <a:lnTo>
                  <a:pt x="1078" y="0"/>
                </a:lnTo>
                <a:lnTo>
                  <a:pt x="1276" y="215"/>
                </a:lnTo>
                <a:lnTo>
                  <a:pt x="1078" y="428"/>
                </a:lnTo>
                <a:close/>
              </a:path>
            </a:pathLst>
          </a:custGeom>
          <a:solidFill>
            <a:srgbClr val="1AA3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40"/>
          <p:cNvSpPr txBox="1"/>
          <p:nvPr>
            <p:custDataLst>
              <p:tags r:id="rId24"/>
            </p:custDataLst>
          </p:nvPr>
        </p:nvSpPr>
        <p:spPr>
          <a:xfrm>
            <a:off x="6374130" y="3516630"/>
            <a:ext cx="1101090" cy="461645"/>
          </a:xfrm>
          <a:prstGeom prst="rect">
            <a:avLst/>
          </a:prstGeom>
          <a:solidFill>
            <a:srgbClr val="1AA3AA"/>
          </a:solidFill>
        </p:spPr>
        <p:txBody>
          <a:bodyPr wrap="square" lIns="90000" tIns="46800" rIns="90000" bIns="46800" rtlCol="0">
            <a:normAutofit fontScale="45000"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填写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Freeform 188"/>
          <p:cNvSpPr/>
          <p:nvPr>
            <p:custDataLst>
              <p:tags r:id="rId25"/>
            </p:custDataLst>
          </p:nvPr>
        </p:nvSpPr>
        <p:spPr bwMode="auto">
          <a:xfrm>
            <a:off x="4236928" y="3376686"/>
            <a:ext cx="2009873" cy="673630"/>
          </a:xfrm>
          <a:custGeom>
            <a:avLst/>
            <a:gdLst>
              <a:gd name="T0" fmla="*/ 1080 w 1277"/>
              <a:gd name="T1" fmla="*/ 428 h 428"/>
              <a:gd name="T2" fmla="*/ 0 w 1277"/>
              <a:gd name="T3" fmla="*/ 428 h 428"/>
              <a:gd name="T4" fmla="*/ 0 w 1277"/>
              <a:gd name="T5" fmla="*/ 0 h 428"/>
              <a:gd name="T6" fmla="*/ 1080 w 1277"/>
              <a:gd name="T7" fmla="*/ 0 h 428"/>
              <a:gd name="T8" fmla="*/ 1277 w 1277"/>
              <a:gd name="T9" fmla="*/ 215 h 428"/>
              <a:gd name="T10" fmla="*/ 1080 w 1277"/>
              <a:gd name="T11" fmla="*/ 428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77" h="428">
                <a:moveTo>
                  <a:pt x="1080" y="428"/>
                </a:moveTo>
                <a:lnTo>
                  <a:pt x="0" y="428"/>
                </a:lnTo>
                <a:lnTo>
                  <a:pt x="0" y="0"/>
                </a:lnTo>
                <a:lnTo>
                  <a:pt x="1080" y="0"/>
                </a:lnTo>
                <a:lnTo>
                  <a:pt x="1277" y="215"/>
                </a:lnTo>
                <a:lnTo>
                  <a:pt x="1080" y="428"/>
                </a:lnTo>
                <a:close/>
              </a:path>
            </a:pathLst>
          </a:custGeom>
          <a:solidFill>
            <a:srgbClr val="3498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39"/>
          <p:cNvSpPr txBox="1"/>
          <p:nvPr>
            <p:custDataLst>
              <p:tags r:id="rId26"/>
            </p:custDataLst>
          </p:nvPr>
        </p:nvSpPr>
        <p:spPr>
          <a:xfrm>
            <a:off x="4678045" y="3516630"/>
            <a:ext cx="1101090" cy="461645"/>
          </a:xfrm>
          <a:prstGeom prst="rect">
            <a:avLst/>
          </a:prstGeom>
          <a:solidFill>
            <a:srgbClr val="3498DB"/>
          </a:solidFill>
        </p:spPr>
        <p:txBody>
          <a:bodyPr wrap="square" lIns="90000" tIns="46800" rIns="90000" bIns="46800" rtlCol="0">
            <a:normAutofit fontScale="45000"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简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历模板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Freeform 193"/>
          <p:cNvSpPr/>
          <p:nvPr>
            <p:custDataLst>
              <p:tags r:id="rId27"/>
            </p:custDataLst>
          </p:nvPr>
        </p:nvSpPr>
        <p:spPr bwMode="auto">
          <a:xfrm>
            <a:off x="2542425" y="3376686"/>
            <a:ext cx="2008299" cy="673630"/>
          </a:xfrm>
          <a:custGeom>
            <a:avLst/>
            <a:gdLst>
              <a:gd name="T0" fmla="*/ 1078 w 1276"/>
              <a:gd name="T1" fmla="*/ 428 h 428"/>
              <a:gd name="T2" fmla="*/ 0 w 1276"/>
              <a:gd name="T3" fmla="*/ 428 h 428"/>
              <a:gd name="T4" fmla="*/ 123 w 1276"/>
              <a:gd name="T5" fmla="*/ 215 h 428"/>
              <a:gd name="T6" fmla="*/ 0 w 1276"/>
              <a:gd name="T7" fmla="*/ 0 h 428"/>
              <a:gd name="T8" fmla="*/ 1078 w 1276"/>
              <a:gd name="T9" fmla="*/ 0 h 428"/>
              <a:gd name="T10" fmla="*/ 1276 w 1276"/>
              <a:gd name="T11" fmla="*/ 215 h 428"/>
              <a:gd name="T12" fmla="*/ 1078 w 1276"/>
              <a:gd name="T13" fmla="*/ 428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" h="428">
                <a:moveTo>
                  <a:pt x="1078" y="428"/>
                </a:moveTo>
                <a:lnTo>
                  <a:pt x="0" y="428"/>
                </a:lnTo>
                <a:lnTo>
                  <a:pt x="123" y="215"/>
                </a:lnTo>
                <a:lnTo>
                  <a:pt x="0" y="0"/>
                </a:lnTo>
                <a:lnTo>
                  <a:pt x="1078" y="0"/>
                </a:lnTo>
                <a:lnTo>
                  <a:pt x="1276" y="215"/>
                </a:lnTo>
                <a:lnTo>
                  <a:pt x="1078" y="428"/>
                </a:lnTo>
                <a:close/>
              </a:path>
            </a:pathLst>
          </a:custGeom>
          <a:solidFill>
            <a:srgbClr val="1F74A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5"/>
          <p:cNvSpPr txBox="1"/>
          <p:nvPr>
            <p:custDataLst>
              <p:tags r:id="rId28"/>
            </p:custDataLst>
          </p:nvPr>
        </p:nvSpPr>
        <p:spPr>
          <a:xfrm>
            <a:off x="2995930" y="3516630"/>
            <a:ext cx="1101090" cy="461645"/>
          </a:xfrm>
          <a:prstGeom prst="rect">
            <a:avLst/>
          </a:prstGeom>
          <a:solidFill>
            <a:srgbClr val="1F74AD"/>
          </a:solidFill>
        </p:spPr>
        <p:txBody>
          <a:bodyPr wrap="square" lIns="90000" tIns="46800" rIns="90000" bIns="46800" rtlCol="0">
            <a:normAutofit fontScale="45000"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读懂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聘广告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222"/>
          <p:cNvSpPr txBox="1"/>
          <p:nvPr>
            <p:custDataLst>
              <p:tags r:id="rId29"/>
            </p:custDataLst>
          </p:nvPr>
        </p:nvSpPr>
        <p:spPr>
          <a:xfrm>
            <a:off x="4487005" y="5011426"/>
            <a:ext cx="1524736" cy="430389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p>
            <a:pPr lvl="0" algn="ctr">
              <a:lnSpc>
                <a:spcPct val="120000"/>
              </a:lnSpc>
              <a:defRPr/>
            </a:pPr>
            <a:r>
              <a:rPr lang="zh-CN" altLang="en-US" b="1" spc="30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b="1" spc="30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简洁</a:t>
            </a:r>
            <a:endParaRPr lang="zh-CN" altLang="en-US" b="1" spc="30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245"/>
          <p:cNvSpPr/>
          <p:nvPr>
            <p:custDataLst>
              <p:tags r:id="rId30"/>
            </p:custDataLst>
          </p:nvPr>
        </p:nvSpPr>
        <p:spPr>
          <a:xfrm>
            <a:off x="4487004" y="5461293"/>
            <a:ext cx="1524736" cy="738664"/>
          </a:xfrm>
          <a:prstGeom prst="rect">
            <a:avLst/>
          </a:prstGeom>
        </p:spPr>
        <p:txBody>
          <a:bodyPr wrap="square" tIns="0">
            <a:normAutofit fontScale="70000"/>
          </a:bodyPr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内容全面且简洁美观、布局合理的简历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颜色搭配很重要；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一张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职业照。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222"/>
          <p:cNvSpPr txBox="1"/>
          <p:nvPr>
            <p:custDataLst>
              <p:tags r:id="rId31"/>
            </p:custDataLst>
          </p:nvPr>
        </p:nvSpPr>
        <p:spPr>
          <a:xfrm>
            <a:off x="6195042" y="5011426"/>
            <a:ext cx="1524736" cy="430389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p>
            <a:pPr lvl="0" algn="ctr">
              <a:lnSpc>
                <a:spcPct val="120000"/>
              </a:lnSpc>
              <a:defRPr/>
            </a:pPr>
            <a:r>
              <a:rPr lang="zh-CN" altLang="en-US" b="1" spc="30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b="1" spc="30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素质</a:t>
            </a:r>
            <a:endParaRPr lang="zh-CN" altLang="en-US" b="1" spc="30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245"/>
          <p:cNvSpPr/>
          <p:nvPr>
            <p:custDataLst>
              <p:tags r:id="rId32"/>
            </p:custDataLst>
          </p:nvPr>
        </p:nvSpPr>
        <p:spPr>
          <a:xfrm>
            <a:off x="6195041" y="5451768"/>
            <a:ext cx="1524736" cy="738664"/>
          </a:xfrm>
          <a:prstGeom prst="rect">
            <a:avLst/>
          </a:prstGeom>
        </p:spPr>
        <p:txBody>
          <a:bodyPr wrap="square" tIns="0">
            <a:normAutofit fontScale="60000"/>
          </a:bodyPr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根据个人经历过往，提取自己的能力素质项目，并通过事件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注意措辞，形象生动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但不夸张；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Box 222"/>
          <p:cNvSpPr txBox="1"/>
          <p:nvPr>
            <p:custDataLst>
              <p:tags r:id="rId33"/>
            </p:custDataLst>
          </p:nvPr>
        </p:nvSpPr>
        <p:spPr>
          <a:xfrm>
            <a:off x="7903078" y="5011426"/>
            <a:ext cx="1524736" cy="430389"/>
          </a:xfrm>
          <a:prstGeom prst="rect">
            <a:avLst/>
          </a:prstGeom>
          <a:noFill/>
        </p:spPr>
        <p:txBody>
          <a:bodyPr wrap="square" bIns="0" rtlCol="0" anchor="b" anchorCtr="0">
            <a:normAutofit/>
          </a:bodyPr>
          <a:p>
            <a:pPr lvl="0" algn="ctr">
              <a:lnSpc>
                <a:spcPct val="120000"/>
              </a:lnSpc>
              <a:defRPr/>
            </a:pPr>
            <a:r>
              <a:rPr lang="zh-CN" altLang="en-US" b="1" spc="30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zh-CN" altLang="en-US" b="1" spc="300">
                <a:solidFill>
                  <a:sysClr val="window" lastClr="FFFFFF">
                    <a:lumMod val="50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endParaRPr lang="zh-CN" altLang="en-US" b="1" spc="300">
              <a:solidFill>
                <a:sysClr val="window" lastClr="FFFFFF">
                  <a:lumMod val="50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ectangle 245"/>
          <p:cNvSpPr/>
          <p:nvPr>
            <p:custDataLst>
              <p:tags r:id="rId34"/>
            </p:custDataLst>
          </p:nvPr>
        </p:nvSpPr>
        <p:spPr>
          <a:xfrm>
            <a:off x="7903078" y="5461293"/>
            <a:ext cx="1524736" cy="738664"/>
          </a:xfrm>
          <a:prstGeom prst="rect">
            <a:avLst/>
          </a:prstGeom>
        </p:spPr>
        <p:txBody>
          <a:bodyPr wrap="square" tIns="0">
            <a:normAutofit fontScale="70000"/>
          </a:bodyPr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布局内容等全部梳理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转换成</a:t>
            </a:r>
            <a:r>
              <a:rPr lang="en-US" altLang="zh-CN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投递；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注意格式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一致；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defRPr/>
            </a:pP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</a:t>
            </a:r>
            <a:r>
              <a:rPr lang="zh-CN" altLang="en-US" sz="1200" spc="150">
                <a:solidFill>
                  <a:sysClr val="window" lastClr="FFFFFF">
                    <a:lumMod val="6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雷区。</a:t>
            </a:r>
            <a:endParaRPr lang="zh-CN" altLang="en-US" sz="1200" spc="150">
              <a:solidFill>
                <a:sysClr val="window" lastClr="FFFFFF">
                  <a:lumMod val="6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5309870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HR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如何筛选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简历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97660" y="1597025"/>
            <a:ext cx="94259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从</a:t>
            </a:r>
            <a:r>
              <a:rPr lang="en-US" altLang="zh-CN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HR</a:t>
            </a:r>
            <a:r>
              <a:rPr lang="zh-CN" altLang="en-US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角度来看，简历筛选就是根据既定的 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等线" panose="02010600030101010101" pitchFamily="2" charset="-122"/>
                <a:sym typeface="+mn-ea"/>
              </a:rPr>
              <a:t>人才标准 </a:t>
            </a:r>
            <a:r>
              <a:rPr lang="zh-CN" altLang="en-US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对候选人简历进行 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等线" panose="02010600030101010101" pitchFamily="2" charset="-122"/>
                <a:sym typeface="+mn-ea"/>
              </a:rPr>
              <a:t>分析判断 </a:t>
            </a:r>
            <a:r>
              <a:rPr lang="zh-CN" altLang="en-US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的过程。</a:t>
            </a:r>
            <a:endParaRPr lang="en-US" altLang="zh-CN" sz="2400" dirty="0">
              <a:solidFill>
                <a:schemeClr val="accent2"/>
              </a:solidFill>
              <a:ea typeface="等线" panose="02010600030101010101" pitchFamily="2" charset="-122"/>
            </a:endParaRPr>
          </a:p>
          <a:p>
            <a:pPr lvl="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HR</a:t>
            </a:r>
            <a:r>
              <a:rPr lang="zh-CN" altLang="en-US" sz="2400" dirty="0">
                <a:solidFill>
                  <a:schemeClr val="accent2"/>
                </a:solidFill>
                <a:ea typeface="等线" panose="02010600030101010101" pitchFamily="2" charset="-122"/>
                <a:sym typeface="+mn-ea"/>
              </a:rPr>
              <a:t>究竟想从简历中看什么，哪些东西合适放进简历中呢？ </a:t>
            </a:r>
            <a:endParaRPr lang="zh-CN" altLang="en-US" sz="2400" dirty="0">
              <a:solidFill>
                <a:schemeClr val="accent2"/>
              </a:solidFill>
              <a:ea typeface="等线" panose="02010600030101010101" pitchFamily="2" charset="-122"/>
            </a:endParaRPr>
          </a:p>
          <a:p>
            <a:pPr marL="342900" lvl="0" indent="-342900" eaLnBrk="1" hangingPunct="1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zh-CN" altLang="en-US" sz="2000" dirty="0">
                <a:ea typeface="等线" panose="02010600030101010101" pitchFamily="2" charset="-122"/>
                <a:sym typeface="+mn-ea"/>
              </a:rPr>
              <a:t>大部分求职的应届毕业生会认为是获奖情况、学生会经验，甚至是考试成绩，实际上，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ea typeface="等线" panose="02010600030101010101" pitchFamily="2" charset="-122"/>
                <a:sym typeface="+mn-ea"/>
              </a:rPr>
              <a:t>HR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ea typeface="等线" panose="02010600030101010101" pitchFamily="2" charset="-122"/>
                <a:sym typeface="+mn-ea"/>
              </a:rPr>
              <a:t>看的是人岗匹配的能力素质项目（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ea typeface="等线" panose="02010600030101010101" pitchFamily="2" charset="-122"/>
                <a:sym typeface="+mn-ea"/>
              </a:rPr>
              <a:t>KSA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ea typeface="等线" panose="02010600030101010101" pitchFamily="2" charset="-122"/>
                <a:sym typeface="+mn-ea"/>
              </a:rPr>
              <a:t>）</a:t>
            </a:r>
            <a:r>
              <a:rPr lang="zh-CN" altLang="en-US" sz="2000" dirty="0">
                <a:ea typeface="等线" panose="02010600030101010101" pitchFamily="2" charset="-122"/>
                <a:sym typeface="+mn-ea"/>
              </a:rPr>
              <a:t>。</a:t>
            </a:r>
            <a:endParaRPr lang="en-US" altLang="zh-CN" sz="2000" dirty="0">
              <a:ea typeface="等线" panose="02010600030101010101" pitchFamily="2" charset="-122"/>
            </a:endParaRPr>
          </a:p>
          <a:p>
            <a:pPr marL="342900" lvl="0" indent="-342900" eaLnBrk="1" hangingPunct="1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zh-CN" altLang="en-US" sz="2000" dirty="0">
                <a:ea typeface="等线" panose="02010600030101010101" pitchFamily="2" charset="-122"/>
                <a:sym typeface="+mn-ea"/>
              </a:rPr>
              <a:t>具体来讲，</a:t>
            </a:r>
            <a:r>
              <a:rPr lang="en-US" altLang="zh-CN" sz="2000" dirty="0">
                <a:ea typeface="等线" panose="02010600030101010101" pitchFamily="2" charset="-122"/>
                <a:sym typeface="+mn-ea"/>
              </a:rPr>
              <a:t>HR</a:t>
            </a:r>
            <a:r>
              <a:rPr lang="zh-CN" altLang="en-US" sz="2000" dirty="0">
                <a:ea typeface="等线" panose="02010600030101010101" pitchFamily="2" charset="-122"/>
                <a:sym typeface="+mn-ea"/>
              </a:rPr>
              <a:t>最期望看到的不是学生完成过什么任务，而是学生在之前的社会实践中所展现出的那些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ea typeface="等线" panose="02010600030101010101" pitchFamily="2" charset="-122"/>
                <a:sym typeface="+mn-ea"/>
              </a:rPr>
              <a:t>能够转移到学生申请的职位中的能力</a:t>
            </a:r>
            <a:r>
              <a:rPr lang="zh-CN" altLang="en-US" sz="2400" dirty="0">
                <a:ea typeface="等线" panose="02010600030101010101" pitchFamily="2" charset="-122"/>
                <a:sym typeface="+mn-ea"/>
              </a:rPr>
              <a:t>。</a:t>
            </a:r>
            <a:endParaRPr lang="zh-CN" altLang="en-US" sz="2400" dirty="0"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993" y="692150"/>
            <a:ext cx="3380020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认识简历的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价值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753" name="Freeform 9"/>
          <p:cNvSpPr>
            <a:spLocks noEditPoints="1"/>
          </p:cNvSpPr>
          <p:nvPr/>
        </p:nvSpPr>
        <p:spPr bwMode="auto">
          <a:xfrm>
            <a:off x="4424998" y="2235200"/>
            <a:ext cx="2778125" cy="2778125"/>
          </a:xfrm>
          <a:custGeom>
            <a:avLst/>
            <a:gdLst>
              <a:gd name="T0" fmla="*/ 566 w 741"/>
              <a:gd name="T1" fmla="*/ 225 h 741"/>
              <a:gd name="T2" fmla="*/ 413 w 741"/>
              <a:gd name="T3" fmla="*/ 348 h 741"/>
              <a:gd name="T4" fmla="*/ 495 w 741"/>
              <a:gd name="T5" fmla="*/ 225 h 741"/>
              <a:gd name="T6" fmla="*/ 495 w 741"/>
              <a:gd name="T7" fmla="*/ 125 h 741"/>
              <a:gd name="T8" fmla="*/ 245 w 741"/>
              <a:gd name="T9" fmla="*/ 125 h 741"/>
              <a:gd name="T10" fmla="*/ 245 w 741"/>
              <a:gd name="T11" fmla="*/ 225 h 741"/>
              <a:gd name="T12" fmla="*/ 327 w 741"/>
              <a:gd name="T13" fmla="*/ 348 h 741"/>
              <a:gd name="T14" fmla="*/ 175 w 741"/>
              <a:gd name="T15" fmla="*/ 225 h 741"/>
              <a:gd name="T16" fmla="*/ 0 w 741"/>
              <a:gd name="T17" fmla="*/ 371 h 741"/>
              <a:gd name="T18" fmla="*/ 175 w 741"/>
              <a:gd name="T19" fmla="*/ 516 h 741"/>
              <a:gd name="T20" fmla="*/ 327 w 741"/>
              <a:gd name="T21" fmla="*/ 393 h 741"/>
              <a:gd name="T22" fmla="*/ 245 w 741"/>
              <a:gd name="T23" fmla="*/ 516 h 741"/>
              <a:gd name="T24" fmla="*/ 245 w 741"/>
              <a:gd name="T25" fmla="*/ 616 h 741"/>
              <a:gd name="T26" fmla="*/ 495 w 741"/>
              <a:gd name="T27" fmla="*/ 616 h 741"/>
              <a:gd name="T28" fmla="*/ 495 w 741"/>
              <a:gd name="T29" fmla="*/ 516 h 741"/>
              <a:gd name="T30" fmla="*/ 413 w 741"/>
              <a:gd name="T31" fmla="*/ 393 h 741"/>
              <a:gd name="T32" fmla="*/ 566 w 741"/>
              <a:gd name="T33" fmla="*/ 516 h 741"/>
              <a:gd name="T34" fmla="*/ 741 w 741"/>
              <a:gd name="T35" fmla="*/ 371 h 741"/>
              <a:gd name="T36" fmla="*/ 268 w 741"/>
              <a:gd name="T37" fmla="*/ 203 h 741"/>
              <a:gd name="T38" fmla="*/ 268 w 741"/>
              <a:gd name="T39" fmla="*/ 148 h 741"/>
              <a:gd name="T40" fmla="*/ 473 w 741"/>
              <a:gd name="T41" fmla="*/ 148 h 741"/>
              <a:gd name="T42" fmla="*/ 473 w 741"/>
              <a:gd name="T43" fmla="*/ 203 h 741"/>
              <a:gd name="T44" fmla="*/ 268 w 741"/>
              <a:gd name="T45" fmla="*/ 203 h 741"/>
              <a:gd name="T46" fmla="*/ 175 w 741"/>
              <a:gd name="T47" fmla="*/ 484 h 741"/>
              <a:gd name="T48" fmla="*/ 45 w 741"/>
              <a:gd name="T49" fmla="*/ 371 h 741"/>
              <a:gd name="T50" fmla="*/ 175 w 741"/>
              <a:gd name="T51" fmla="*/ 257 h 741"/>
              <a:gd name="T52" fmla="*/ 305 w 741"/>
              <a:gd name="T53" fmla="*/ 371 h 741"/>
              <a:gd name="T54" fmla="*/ 473 w 741"/>
              <a:gd name="T55" fmla="*/ 539 h 741"/>
              <a:gd name="T56" fmla="*/ 473 w 741"/>
              <a:gd name="T57" fmla="*/ 594 h 741"/>
              <a:gd name="T58" fmla="*/ 268 w 741"/>
              <a:gd name="T59" fmla="*/ 594 h 741"/>
              <a:gd name="T60" fmla="*/ 268 w 741"/>
              <a:gd name="T61" fmla="*/ 539 h 741"/>
              <a:gd name="T62" fmla="*/ 473 w 741"/>
              <a:gd name="T63" fmla="*/ 539 h 741"/>
              <a:gd name="T64" fmla="*/ 350 w 741"/>
              <a:gd name="T65" fmla="*/ 371 h 741"/>
              <a:gd name="T66" fmla="*/ 391 w 741"/>
              <a:gd name="T67" fmla="*/ 371 h 741"/>
              <a:gd name="T68" fmla="*/ 593 w 741"/>
              <a:gd name="T69" fmla="*/ 473 h 741"/>
              <a:gd name="T70" fmla="*/ 538 w 741"/>
              <a:gd name="T71" fmla="*/ 473 h 741"/>
              <a:gd name="T72" fmla="*/ 538 w 741"/>
              <a:gd name="T73" fmla="*/ 268 h 741"/>
              <a:gd name="T74" fmla="*/ 593 w 741"/>
              <a:gd name="T75" fmla="*/ 268 h 741"/>
              <a:gd name="T76" fmla="*/ 593 w 741"/>
              <a:gd name="T77" fmla="*/ 473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41" h="741">
                <a:moveTo>
                  <a:pt x="616" y="246"/>
                </a:moveTo>
                <a:cubicBezTo>
                  <a:pt x="602" y="232"/>
                  <a:pt x="585" y="225"/>
                  <a:pt x="566" y="225"/>
                </a:cubicBezTo>
                <a:cubicBezTo>
                  <a:pt x="547" y="225"/>
                  <a:pt x="529" y="232"/>
                  <a:pt x="516" y="246"/>
                </a:cubicBezTo>
                <a:cubicBezTo>
                  <a:pt x="413" y="348"/>
                  <a:pt x="413" y="348"/>
                  <a:pt x="413" y="348"/>
                </a:cubicBezTo>
                <a:cubicBezTo>
                  <a:pt x="393" y="328"/>
                  <a:pt x="393" y="328"/>
                  <a:pt x="393" y="328"/>
                </a:cubicBezTo>
                <a:cubicBezTo>
                  <a:pt x="495" y="225"/>
                  <a:pt x="495" y="225"/>
                  <a:pt x="495" y="225"/>
                </a:cubicBezTo>
                <a:cubicBezTo>
                  <a:pt x="509" y="212"/>
                  <a:pt x="516" y="194"/>
                  <a:pt x="516" y="175"/>
                </a:cubicBezTo>
                <a:cubicBezTo>
                  <a:pt x="516" y="156"/>
                  <a:pt x="509" y="138"/>
                  <a:pt x="495" y="125"/>
                </a:cubicBezTo>
                <a:cubicBezTo>
                  <a:pt x="370" y="0"/>
                  <a:pt x="370" y="0"/>
                  <a:pt x="370" y="0"/>
                </a:cubicBezTo>
                <a:cubicBezTo>
                  <a:pt x="245" y="125"/>
                  <a:pt x="245" y="125"/>
                  <a:pt x="245" y="125"/>
                </a:cubicBezTo>
                <a:cubicBezTo>
                  <a:pt x="232" y="138"/>
                  <a:pt x="225" y="156"/>
                  <a:pt x="225" y="175"/>
                </a:cubicBezTo>
                <a:cubicBezTo>
                  <a:pt x="225" y="194"/>
                  <a:pt x="232" y="212"/>
                  <a:pt x="245" y="225"/>
                </a:cubicBezTo>
                <a:cubicBezTo>
                  <a:pt x="348" y="328"/>
                  <a:pt x="348" y="328"/>
                  <a:pt x="348" y="328"/>
                </a:cubicBezTo>
                <a:cubicBezTo>
                  <a:pt x="327" y="348"/>
                  <a:pt x="327" y="348"/>
                  <a:pt x="327" y="348"/>
                </a:cubicBezTo>
                <a:cubicBezTo>
                  <a:pt x="225" y="246"/>
                  <a:pt x="225" y="246"/>
                  <a:pt x="225" y="246"/>
                </a:cubicBezTo>
                <a:cubicBezTo>
                  <a:pt x="211" y="232"/>
                  <a:pt x="194" y="225"/>
                  <a:pt x="175" y="225"/>
                </a:cubicBezTo>
                <a:cubicBezTo>
                  <a:pt x="156" y="225"/>
                  <a:pt x="138" y="232"/>
                  <a:pt x="125" y="246"/>
                </a:cubicBezTo>
                <a:cubicBezTo>
                  <a:pt x="0" y="371"/>
                  <a:pt x="0" y="371"/>
                  <a:pt x="0" y="371"/>
                </a:cubicBezTo>
                <a:cubicBezTo>
                  <a:pt x="125" y="496"/>
                  <a:pt x="125" y="496"/>
                  <a:pt x="125" y="496"/>
                </a:cubicBezTo>
                <a:cubicBezTo>
                  <a:pt x="138" y="509"/>
                  <a:pt x="156" y="516"/>
                  <a:pt x="175" y="516"/>
                </a:cubicBezTo>
                <a:cubicBezTo>
                  <a:pt x="194" y="516"/>
                  <a:pt x="211" y="509"/>
                  <a:pt x="225" y="496"/>
                </a:cubicBezTo>
                <a:cubicBezTo>
                  <a:pt x="327" y="393"/>
                  <a:pt x="327" y="393"/>
                  <a:pt x="327" y="393"/>
                </a:cubicBezTo>
                <a:cubicBezTo>
                  <a:pt x="348" y="414"/>
                  <a:pt x="348" y="414"/>
                  <a:pt x="348" y="414"/>
                </a:cubicBezTo>
                <a:cubicBezTo>
                  <a:pt x="245" y="516"/>
                  <a:pt x="245" y="516"/>
                  <a:pt x="245" y="516"/>
                </a:cubicBezTo>
                <a:cubicBezTo>
                  <a:pt x="232" y="529"/>
                  <a:pt x="225" y="547"/>
                  <a:pt x="225" y="566"/>
                </a:cubicBezTo>
                <a:cubicBezTo>
                  <a:pt x="225" y="585"/>
                  <a:pt x="232" y="603"/>
                  <a:pt x="245" y="616"/>
                </a:cubicBezTo>
                <a:cubicBezTo>
                  <a:pt x="370" y="741"/>
                  <a:pt x="370" y="741"/>
                  <a:pt x="370" y="741"/>
                </a:cubicBezTo>
                <a:cubicBezTo>
                  <a:pt x="495" y="616"/>
                  <a:pt x="495" y="616"/>
                  <a:pt x="495" y="616"/>
                </a:cubicBezTo>
                <a:cubicBezTo>
                  <a:pt x="509" y="603"/>
                  <a:pt x="516" y="585"/>
                  <a:pt x="516" y="566"/>
                </a:cubicBezTo>
                <a:cubicBezTo>
                  <a:pt x="516" y="547"/>
                  <a:pt x="509" y="529"/>
                  <a:pt x="495" y="516"/>
                </a:cubicBezTo>
                <a:cubicBezTo>
                  <a:pt x="393" y="414"/>
                  <a:pt x="393" y="414"/>
                  <a:pt x="393" y="414"/>
                </a:cubicBezTo>
                <a:cubicBezTo>
                  <a:pt x="413" y="393"/>
                  <a:pt x="413" y="393"/>
                  <a:pt x="413" y="393"/>
                </a:cubicBezTo>
                <a:cubicBezTo>
                  <a:pt x="516" y="496"/>
                  <a:pt x="516" y="496"/>
                  <a:pt x="516" y="496"/>
                </a:cubicBezTo>
                <a:cubicBezTo>
                  <a:pt x="529" y="509"/>
                  <a:pt x="547" y="516"/>
                  <a:pt x="566" y="516"/>
                </a:cubicBezTo>
                <a:cubicBezTo>
                  <a:pt x="585" y="516"/>
                  <a:pt x="602" y="509"/>
                  <a:pt x="616" y="496"/>
                </a:cubicBezTo>
                <a:cubicBezTo>
                  <a:pt x="741" y="371"/>
                  <a:pt x="741" y="371"/>
                  <a:pt x="741" y="371"/>
                </a:cubicBezTo>
                <a:lnTo>
                  <a:pt x="616" y="246"/>
                </a:lnTo>
                <a:close/>
                <a:moveTo>
                  <a:pt x="268" y="203"/>
                </a:moveTo>
                <a:cubicBezTo>
                  <a:pt x="261" y="195"/>
                  <a:pt x="257" y="185"/>
                  <a:pt x="257" y="175"/>
                </a:cubicBezTo>
                <a:cubicBezTo>
                  <a:pt x="257" y="165"/>
                  <a:pt x="260" y="155"/>
                  <a:pt x="268" y="148"/>
                </a:cubicBezTo>
                <a:cubicBezTo>
                  <a:pt x="370" y="45"/>
                  <a:pt x="370" y="45"/>
                  <a:pt x="370" y="45"/>
                </a:cubicBezTo>
                <a:cubicBezTo>
                  <a:pt x="473" y="148"/>
                  <a:pt x="473" y="148"/>
                  <a:pt x="473" y="148"/>
                </a:cubicBezTo>
                <a:cubicBezTo>
                  <a:pt x="480" y="155"/>
                  <a:pt x="484" y="165"/>
                  <a:pt x="484" y="175"/>
                </a:cubicBezTo>
                <a:cubicBezTo>
                  <a:pt x="484" y="185"/>
                  <a:pt x="480" y="195"/>
                  <a:pt x="473" y="203"/>
                </a:cubicBezTo>
                <a:cubicBezTo>
                  <a:pt x="370" y="305"/>
                  <a:pt x="370" y="305"/>
                  <a:pt x="370" y="305"/>
                </a:cubicBezTo>
                <a:lnTo>
                  <a:pt x="268" y="203"/>
                </a:lnTo>
                <a:close/>
                <a:moveTo>
                  <a:pt x="202" y="473"/>
                </a:moveTo>
                <a:cubicBezTo>
                  <a:pt x="195" y="480"/>
                  <a:pt x="185" y="484"/>
                  <a:pt x="175" y="484"/>
                </a:cubicBezTo>
                <a:cubicBezTo>
                  <a:pt x="164" y="484"/>
                  <a:pt x="155" y="480"/>
                  <a:pt x="147" y="473"/>
                </a:cubicBezTo>
                <a:cubicBezTo>
                  <a:pt x="45" y="371"/>
                  <a:pt x="45" y="371"/>
                  <a:pt x="45" y="371"/>
                </a:cubicBezTo>
                <a:cubicBezTo>
                  <a:pt x="147" y="268"/>
                  <a:pt x="147" y="268"/>
                  <a:pt x="147" y="268"/>
                </a:cubicBezTo>
                <a:cubicBezTo>
                  <a:pt x="155" y="261"/>
                  <a:pt x="164" y="257"/>
                  <a:pt x="175" y="257"/>
                </a:cubicBezTo>
                <a:cubicBezTo>
                  <a:pt x="185" y="257"/>
                  <a:pt x="195" y="261"/>
                  <a:pt x="202" y="268"/>
                </a:cubicBezTo>
                <a:cubicBezTo>
                  <a:pt x="305" y="371"/>
                  <a:pt x="305" y="371"/>
                  <a:pt x="305" y="371"/>
                </a:cubicBezTo>
                <a:lnTo>
                  <a:pt x="202" y="473"/>
                </a:lnTo>
                <a:close/>
                <a:moveTo>
                  <a:pt x="473" y="539"/>
                </a:moveTo>
                <a:cubicBezTo>
                  <a:pt x="480" y="546"/>
                  <a:pt x="484" y="556"/>
                  <a:pt x="484" y="566"/>
                </a:cubicBezTo>
                <a:cubicBezTo>
                  <a:pt x="484" y="576"/>
                  <a:pt x="480" y="586"/>
                  <a:pt x="473" y="594"/>
                </a:cubicBezTo>
                <a:cubicBezTo>
                  <a:pt x="370" y="696"/>
                  <a:pt x="370" y="696"/>
                  <a:pt x="370" y="696"/>
                </a:cubicBezTo>
                <a:cubicBezTo>
                  <a:pt x="268" y="594"/>
                  <a:pt x="268" y="594"/>
                  <a:pt x="268" y="594"/>
                </a:cubicBezTo>
                <a:cubicBezTo>
                  <a:pt x="261" y="586"/>
                  <a:pt x="257" y="576"/>
                  <a:pt x="257" y="566"/>
                </a:cubicBezTo>
                <a:cubicBezTo>
                  <a:pt x="257" y="556"/>
                  <a:pt x="260" y="546"/>
                  <a:pt x="268" y="539"/>
                </a:cubicBezTo>
                <a:cubicBezTo>
                  <a:pt x="370" y="436"/>
                  <a:pt x="370" y="436"/>
                  <a:pt x="370" y="436"/>
                </a:cubicBezTo>
                <a:lnTo>
                  <a:pt x="473" y="539"/>
                </a:lnTo>
                <a:close/>
                <a:moveTo>
                  <a:pt x="370" y="391"/>
                </a:moveTo>
                <a:cubicBezTo>
                  <a:pt x="350" y="371"/>
                  <a:pt x="350" y="371"/>
                  <a:pt x="350" y="371"/>
                </a:cubicBezTo>
                <a:cubicBezTo>
                  <a:pt x="370" y="350"/>
                  <a:pt x="370" y="350"/>
                  <a:pt x="370" y="350"/>
                </a:cubicBezTo>
                <a:cubicBezTo>
                  <a:pt x="391" y="371"/>
                  <a:pt x="391" y="371"/>
                  <a:pt x="391" y="371"/>
                </a:cubicBezTo>
                <a:lnTo>
                  <a:pt x="370" y="391"/>
                </a:lnTo>
                <a:close/>
                <a:moveTo>
                  <a:pt x="593" y="473"/>
                </a:moveTo>
                <a:cubicBezTo>
                  <a:pt x="586" y="480"/>
                  <a:pt x="576" y="484"/>
                  <a:pt x="566" y="484"/>
                </a:cubicBezTo>
                <a:cubicBezTo>
                  <a:pt x="555" y="484"/>
                  <a:pt x="546" y="480"/>
                  <a:pt x="538" y="473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538" y="268"/>
                  <a:pt x="538" y="268"/>
                  <a:pt x="538" y="268"/>
                </a:cubicBezTo>
                <a:cubicBezTo>
                  <a:pt x="546" y="261"/>
                  <a:pt x="555" y="257"/>
                  <a:pt x="566" y="257"/>
                </a:cubicBezTo>
                <a:cubicBezTo>
                  <a:pt x="576" y="257"/>
                  <a:pt x="586" y="261"/>
                  <a:pt x="593" y="268"/>
                </a:cubicBezTo>
                <a:cubicBezTo>
                  <a:pt x="696" y="371"/>
                  <a:pt x="696" y="371"/>
                  <a:pt x="696" y="371"/>
                </a:cubicBezTo>
                <a:lnTo>
                  <a:pt x="593" y="473"/>
                </a:lnTo>
                <a:close/>
              </a:path>
            </a:pathLst>
          </a:custGeom>
          <a:solidFill>
            <a:srgbClr val="7FB1AC"/>
          </a:solidFill>
          <a:ln>
            <a:noFill/>
          </a:ln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4" name="Freeform 10"/>
          <p:cNvSpPr>
            <a:spLocks noEditPoints="1"/>
          </p:cNvSpPr>
          <p:nvPr/>
        </p:nvSpPr>
        <p:spPr bwMode="auto">
          <a:xfrm>
            <a:off x="6426835" y="3498850"/>
            <a:ext cx="255588" cy="254000"/>
          </a:xfrm>
          <a:custGeom>
            <a:avLst/>
            <a:gdLst>
              <a:gd name="T0" fmla="*/ 14 w 68"/>
              <a:gd name="T1" fmla="*/ 25 h 68"/>
              <a:gd name="T2" fmla="*/ 15 w 68"/>
              <a:gd name="T3" fmla="*/ 20 h 68"/>
              <a:gd name="T4" fmla="*/ 17 w 68"/>
              <a:gd name="T5" fmla="*/ 17 h 68"/>
              <a:gd name="T6" fmla="*/ 20 w 68"/>
              <a:gd name="T7" fmla="*/ 14 h 68"/>
              <a:gd name="T8" fmla="*/ 26 w 68"/>
              <a:gd name="T9" fmla="*/ 13 h 68"/>
              <a:gd name="T10" fmla="*/ 22 w 68"/>
              <a:gd name="T11" fmla="*/ 17 h 68"/>
              <a:gd name="T12" fmla="*/ 17 w 68"/>
              <a:gd name="T13" fmla="*/ 21 h 68"/>
              <a:gd name="T14" fmla="*/ 55 w 68"/>
              <a:gd name="T15" fmla="*/ 50 h 68"/>
              <a:gd name="T16" fmla="*/ 67 w 68"/>
              <a:gd name="T17" fmla="*/ 63 h 68"/>
              <a:gd name="T18" fmla="*/ 63 w 68"/>
              <a:gd name="T19" fmla="*/ 67 h 68"/>
              <a:gd name="T20" fmla="*/ 43 w 68"/>
              <a:gd name="T21" fmla="*/ 59 h 68"/>
              <a:gd name="T22" fmla="*/ 19 w 68"/>
              <a:gd name="T23" fmla="*/ 59 h 68"/>
              <a:gd name="T24" fmla="*/ 3 w 68"/>
              <a:gd name="T25" fmla="*/ 42 h 68"/>
              <a:gd name="T26" fmla="*/ 0 w 68"/>
              <a:gd name="T27" fmla="*/ 31 h 68"/>
              <a:gd name="T28" fmla="*/ 9 w 68"/>
              <a:gd name="T29" fmla="*/ 9 h 68"/>
              <a:gd name="T30" fmla="*/ 43 w 68"/>
              <a:gd name="T31" fmla="*/ 2 h 68"/>
              <a:gd name="T32" fmla="*/ 43 w 68"/>
              <a:gd name="T33" fmla="*/ 2 h 68"/>
              <a:gd name="T34" fmla="*/ 53 w 68"/>
              <a:gd name="T35" fmla="*/ 9 h 68"/>
              <a:gd name="T36" fmla="*/ 60 w 68"/>
              <a:gd name="T37" fmla="*/ 19 h 68"/>
              <a:gd name="T38" fmla="*/ 60 w 68"/>
              <a:gd name="T39" fmla="*/ 42 h 68"/>
              <a:gd name="T40" fmla="*/ 41 w 68"/>
              <a:gd name="T41" fmla="*/ 7 h 68"/>
              <a:gd name="T42" fmla="*/ 31 w 68"/>
              <a:gd name="T43" fmla="*/ 6 h 68"/>
              <a:gd name="T44" fmla="*/ 8 w 68"/>
              <a:gd name="T45" fmla="*/ 21 h 68"/>
              <a:gd name="T46" fmla="*/ 8 w 68"/>
              <a:gd name="T47" fmla="*/ 40 h 68"/>
              <a:gd name="T48" fmla="*/ 13 w 68"/>
              <a:gd name="T49" fmla="*/ 48 h 68"/>
              <a:gd name="T50" fmla="*/ 31 w 68"/>
              <a:gd name="T51" fmla="*/ 56 h 68"/>
              <a:gd name="T52" fmla="*/ 49 w 68"/>
              <a:gd name="T53" fmla="*/ 49 h 68"/>
              <a:gd name="T54" fmla="*/ 54 w 68"/>
              <a:gd name="T55" fmla="*/ 40 h 68"/>
              <a:gd name="T56" fmla="*/ 54 w 68"/>
              <a:gd name="T57" fmla="*/ 21 h 68"/>
              <a:gd name="T58" fmla="*/ 49 w 68"/>
              <a:gd name="T59" fmla="*/ 13 h 68"/>
              <a:gd name="T60" fmla="*/ 41 w 68"/>
              <a:gd name="T61" fmla="*/ 7 h 68"/>
              <a:gd name="T62" fmla="*/ 48 w 68"/>
              <a:gd name="T63" fmla="*/ 31 h 68"/>
              <a:gd name="T64" fmla="*/ 49 w 68"/>
              <a:gd name="T65" fmla="*/ 29 h 68"/>
              <a:gd name="T66" fmla="*/ 50 w 68"/>
              <a:gd name="T67" fmla="*/ 38 h 68"/>
              <a:gd name="T68" fmla="*/ 45 w 68"/>
              <a:gd name="T69" fmla="*/ 45 h 68"/>
              <a:gd name="T70" fmla="*/ 31 w 68"/>
              <a:gd name="T71" fmla="*/ 51 h 68"/>
              <a:gd name="T72" fmla="*/ 31 w 68"/>
              <a:gd name="T73" fmla="*/ 47 h 68"/>
              <a:gd name="T74" fmla="*/ 43 w 68"/>
              <a:gd name="T75" fmla="*/ 42 h 68"/>
              <a:gd name="T76" fmla="*/ 46 w 68"/>
              <a:gd name="T77" fmla="*/ 37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8" h="68">
                <a:moveTo>
                  <a:pt x="16" y="24"/>
                </a:moveTo>
                <a:cubicBezTo>
                  <a:pt x="16" y="25"/>
                  <a:pt x="15" y="25"/>
                  <a:pt x="14" y="25"/>
                </a:cubicBezTo>
                <a:cubicBezTo>
                  <a:pt x="13" y="25"/>
                  <a:pt x="12" y="24"/>
                  <a:pt x="13" y="23"/>
                </a:cubicBezTo>
                <a:cubicBezTo>
                  <a:pt x="13" y="22"/>
                  <a:pt x="14" y="21"/>
                  <a:pt x="15" y="20"/>
                </a:cubicBezTo>
                <a:cubicBezTo>
                  <a:pt x="15" y="19"/>
                  <a:pt x="16" y="18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8" y="16"/>
                  <a:pt x="19" y="15"/>
                  <a:pt x="20" y="14"/>
                </a:cubicBezTo>
                <a:cubicBezTo>
                  <a:pt x="21" y="13"/>
                  <a:pt x="22" y="13"/>
                  <a:pt x="23" y="12"/>
                </a:cubicBezTo>
                <a:cubicBezTo>
                  <a:pt x="24" y="12"/>
                  <a:pt x="25" y="12"/>
                  <a:pt x="26" y="13"/>
                </a:cubicBezTo>
                <a:cubicBezTo>
                  <a:pt x="26" y="14"/>
                  <a:pt x="26" y="15"/>
                  <a:pt x="25" y="15"/>
                </a:cubicBezTo>
                <a:cubicBezTo>
                  <a:pt x="24" y="16"/>
                  <a:pt x="23" y="16"/>
                  <a:pt x="22" y="17"/>
                </a:cubicBezTo>
                <a:cubicBezTo>
                  <a:pt x="21" y="18"/>
                  <a:pt x="20" y="18"/>
                  <a:pt x="19" y="19"/>
                </a:cubicBezTo>
                <a:cubicBezTo>
                  <a:pt x="19" y="20"/>
                  <a:pt x="18" y="21"/>
                  <a:pt x="17" y="21"/>
                </a:cubicBezTo>
                <a:cubicBezTo>
                  <a:pt x="17" y="22"/>
                  <a:pt x="16" y="23"/>
                  <a:pt x="16" y="24"/>
                </a:cubicBezTo>
                <a:close/>
                <a:moveTo>
                  <a:pt x="55" y="50"/>
                </a:moveTo>
                <a:cubicBezTo>
                  <a:pt x="55" y="50"/>
                  <a:pt x="55" y="50"/>
                  <a:pt x="55" y="50"/>
                </a:cubicBezTo>
                <a:cubicBezTo>
                  <a:pt x="67" y="63"/>
                  <a:pt x="67" y="63"/>
                  <a:pt x="67" y="63"/>
                </a:cubicBezTo>
                <a:cubicBezTo>
                  <a:pt x="68" y="64"/>
                  <a:pt x="68" y="65"/>
                  <a:pt x="67" y="67"/>
                </a:cubicBezTo>
                <a:cubicBezTo>
                  <a:pt x="66" y="68"/>
                  <a:pt x="64" y="68"/>
                  <a:pt x="63" y="67"/>
                </a:cubicBezTo>
                <a:cubicBezTo>
                  <a:pt x="51" y="54"/>
                  <a:pt x="51" y="54"/>
                  <a:pt x="51" y="54"/>
                </a:cubicBezTo>
                <a:cubicBezTo>
                  <a:pt x="48" y="56"/>
                  <a:pt x="46" y="58"/>
                  <a:pt x="43" y="59"/>
                </a:cubicBezTo>
                <a:cubicBezTo>
                  <a:pt x="39" y="61"/>
                  <a:pt x="35" y="61"/>
                  <a:pt x="31" y="61"/>
                </a:cubicBezTo>
                <a:cubicBezTo>
                  <a:pt x="27" y="61"/>
                  <a:pt x="23" y="61"/>
                  <a:pt x="19" y="59"/>
                </a:cubicBezTo>
                <a:cubicBezTo>
                  <a:pt x="16" y="58"/>
                  <a:pt x="12" y="55"/>
                  <a:pt x="9" y="52"/>
                </a:cubicBezTo>
                <a:cubicBezTo>
                  <a:pt x="7" y="50"/>
                  <a:pt x="4" y="46"/>
                  <a:pt x="3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39"/>
                  <a:pt x="0" y="35"/>
                  <a:pt x="0" y="31"/>
                </a:cubicBezTo>
                <a:cubicBezTo>
                  <a:pt x="0" y="27"/>
                  <a:pt x="1" y="23"/>
                  <a:pt x="3" y="19"/>
                </a:cubicBezTo>
                <a:cubicBezTo>
                  <a:pt x="4" y="15"/>
                  <a:pt x="7" y="12"/>
                  <a:pt x="9" y="9"/>
                </a:cubicBezTo>
                <a:cubicBezTo>
                  <a:pt x="15" y="3"/>
                  <a:pt x="23" y="0"/>
                  <a:pt x="31" y="0"/>
                </a:cubicBezTo>
                <a:cubicBezTo>
                  <a:pt x="35" y="0"/>
                  <a:pt x="39" y="1"/>
                  <a:pt x="43" y="2"/>
                </a:cubicBezTo>
                <a:cubicBezTo>
                  <a:pt x="43" y="2"/>
                  <a:pt x="43" y="2"/>
                  <a:pt x="43" y="2"/>
                </a:cubicBezTo>
                <a:cubicBezTo>
                  <a:pt x="43" y="2"/>
                  <a:pt x="43" y="2"/>
                  <a:pt x="43" y="2"/>
                </a:cubicBezTo>
                <a:cubicBezTo>
                  <a:pt x="47" y="4"/>
                  <a:pt x="50" y="6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6" y="12"/>
                  <a:pt x="58" y="15"/>
                  <a:pt x="60" y="19"/>
                </a:cubicBezTo>
                <a:cubicBezTo>
                  <a:pt x="60" y="19"/>
                  <a:pt x="60" y="19"/>
                  <a:pt x="60" y="19"/>
                </a:cubicBezTo>
                <a:cubicBezTo>
                  <a:pt x="61" y="23"/>
                  <a:pt x="62" y="27"/>
                  <a:pt x="62" y="31"/>
                </a:cubicBezTo>
                <a:cubicBezTo>
                  <a:pt x="62" y="35"/>
                  <a:pt x="61" y="39"/>
                  <a:pt x="60" y="42"/>
                </a:cubicBezTo>
                <a:cubicBezTo>
                  <a:pt x="58" y="45"/>
                  <a:pt x="57" y="48"/>
                  <a:pt x="55" y="50"/>
                </a:cubicBezTo>
                <a:close/>
                <a:moveTo>
                  <a:pt x="41" y="7"/>
                </a:moveTo>
                <a:cubicBezTo>
                  <a:pt x="41" y="7"/>
                  <a:pt x="41" y="7"/>
                  <a:pt x="41" y="7"/>
                </a:cubicBezTo>
                <a:cubicBezTo>
                  <a:pt x="38" y="6"/>
                  <a:pt x="35" y="6"/>
                  <a:pt x="31" y="6"/>
                </a:cubicBezTo>
                <a:cubicBezTo>
                  <a:pt x="24" y="6"/>
                  <a:pt x="18" y="8"/>
                  <a:pt x="13" y="13"/>
                </a:cubicBezTo>
                <a:cubicBezTo>
                  <a:pt x="11" y="15"/>
                  <a:pt x="9" y="18"/>
                  <a:pt x="8" y="21"/>
                </a:cubicBezTo>
                <a:cubicBezTo>
                  <a:pt x="7" y="24"/>
                  <a:pt x="6" y="27"/>
                  <a:pt x="6" y="31"/>
                </a:cubicBezTo>
                <a:cubicBezTo>
                  <a:pt x="6" y="34"/>
                  <a:pt x="7" y="37"/>
                  <a:pt x="8" y="40"/>
                </a:cubicBezTo>
                <a:cubicBezTo>
                  <a:pt x="8" y="40"/>
                  <a:pt x="8" y="40"/>
                  <a:pt x="8" y="40"/>
                </a:cubicBezTo>
                <a:cubicBezTo>
                  <a:pt x="9" y="43"/>
                  <a:pt x="11" y="46"/>
                  <a:pt x="13" y="48"/>
                </a:cubicBezTo>
                <a:cubicBezTo>
                  <a:pt x="16" y="51"/>
                  <a:pt x="18" y="53"/>
                  <a:pt x="22" y="54"/>
                </a:cubicBezTo>
                <a:cubicBezTo>
                  <a:pt x="24" y="55"/>
                  <a:pt x="28" y="56"/>
                  <a:pt x="31" y="56"/>
                </a:cubicBezTo>
                <a:cubicBezTo>
                  <a:pt x="35" y="56"/>
                  <a:pt x="38" y="55"/>
                  <a:pt x="41" y="54"/>
                </a:cubicBezTo>
                <a:cubicBezTo>
                  <a:pt x="44" y="53"/>
                  <a:pt x="47" y="51"/>
                  <a:pt x="49" y="49"/>
                </a:cubicBezTo>
                <a:cubicBezTo>
                  <a:pt x="49" y="48"/>
                  <a:pt x="49" y="48"/>
                  <a:pt x="49" y="48"/>
                </a:cubicBezTo>
                <a:cubicBezTo>
                  <a:pt x="51" y="46"/>
                  <a:pt x="53" y="43"/>
                  <a:pt x="54" y="40"/>
                </a:cubicBezTo>
                <a:cubicBezTo>
                  <a:pt x="56" y="37"/>
                  <a:pt x="56" y="34"/>
                  <a:pt x="56" y="31"/>
                </a:cubicBezTo>
                <a:cubicBezTo>
                  <a:pt x="56" y="27"/>
                  <a:pt x="56" y="24"/>
                  <a:pt x="54" y="21"/>
                </a:cubicBezTo>
                <a:cubicBezTo>
                  <a:pt x="54" y="21"/>
                  <a:pt x="54" y="21"/>
                  <a:pt x="54" y="21"/>
                </a:cubicBezTo>
                <a:cubicBezTo>
                  <a:pt x="53" y="18"/>
                  <a:pt x="51" y="15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7" y="11"/>
                  <a:pt x="44" y="9"/>
                  <a:pt x="41" y="7"/>
                </a:cubicBezTo>
                <a:cubicBezTo>
                  <a:pt x="41" y="7"/>
                  <a:pt x="41" y="7"/>
                  <a:pt x="41" y="7"/>
                </a:cubicBezTo>
                <a:close/>
                <a:moveTo>
                  <a:pt x="48" y="31"/>
                </a:moveTo>
                <a:cubicBezTo>
                  <a:pt x="48" y="31"/>
                  <a:pt x="48" y="31"/>
                  <a:pt x="48" y="31"/>
                </a:cubicBezTo>
                <a:cubicBezTo>
                  <a:pt x="48" y="30"/>
                  <a:pt x="48" y="29"/>
                  <a:pt x="49" y="29"/>
                </a:cubicBezTo>
                <a:cubicBezTo>
                  <a:pt x="50" y="29"/>
                  <a:pt x="51" y="30"/>
                  <a:pt x="51" y="31"/>
                </a:cubicBezTo>
                <a:cubicBezTo>
                  <a:pt x="51" y="33"/>
                  <a:pt x="51" y="36"/>
                  <a:pt x="50" y="38"/>
                </a:cubicBezTo>
                <a:cubicBezTo>
                  <a:pt x="50" y="38"/>
                  <a:pt x="50" y="38"/>
                  <a:pt x="50" y="38"/>
                </a:cubicBezTo>
                <a:cubicBezTo>
                  <a:pt x="49" y="41"/>
                  <a:pt x="47" y="43"/>
                  <a:pt x="45" y="45"/>
                </a:cubicBezTo>
                <a:cubicBezTo>
                  <a:pt x="43" y="47"/>
                  <a:pt x="41" y="48"/>
                  <a:pt x="39" y="49"/>
                </a:cubicBezTo>
                <a:cubicBezTo>
                  <a:pt x="36" y="50"/>
                  <a:pt x="34" y="51"/>
                  <a:pt x="31" y="51"/>
                </a:cubicBezTo>
                <a:cubicBezTo>
                  <a:pt x="30" y="51"/>
                  <a:pt x="29" y="50"/>
                  <a:pt x="29" y="49"/>
                </a:cubicBezTo>
                <a:cubicBezTo>
                  <a:pt x="29" y="48"/>
                  <a:pt x="30" y="47"/>
                  <a:pt x="31" y="47"/>
                </a:cubicBezTo>
                <a:cubicBezTo>
                  <a:pt x="33" y="47"/>
                  <a:pt x="35" y="47"/>
                  <a:pt x="37" y="46"/>
                </a:cubicBezTo>
                <a:cubicBezTo>
                  <a:pt x="39" y="45"/>
                  <a:pt x="41" y="44"/>
                  <a:pt x="43" y="42"/>
                </a:cubicBezTo>
                <a:cubicBezTo>
                  <a:pt x="44" y="41"/>
                  <a:pt x="46" y="39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7" y="35"/>
                  <a:pt x="48" y="33"/>
                  <a:pt x="48" y="31"/>
                </a:cubicBezTo>
                <a:close/>
              </a:path>
            </a:pathLst>
          </a:custGeom>
          <a:solidFill>
            <a:srgbClr val="7FB1AC"/>
          </a:solidFill>
          <a:ln>
            <a:noFill/>
          </a:ln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5" name="Freeform 11"/>
          <p:cNvSpPr>
            <a:spLocks noEditPoints="1"/>
          </p:cNvSpPr>
          <p:nvPr/>
        </p:nvSpPr>
        <p:spPr bwMode="auto">
          <a:xfrm>
            <a:off x="5696585" y="2749550"/>
            <a:ext cx="239713" cy="276225"/>
          </a:xfrm>
          <a:custGeom>
            <a:avLst/>
            <a:gdLst>
              <a:gd name="T0" fmla="*/ 14 w 64"/>
              <a:gd name="T1" fmla="*/ 55 h 74"/>
              <a:gd name="T2" fmla="*/ 49 w 64"/>
              <a:gd name="T3" fmla="*/ 53 h 74"/>
              <a:gd name="T4" fmla="*/ 49 w 64"/>
              <a:gd name="T5" fmla="*/ 57 h 74"/>
              <a:gd name="T6" fmla="*/ 8 w 64"/>
              <a:gd name="T7" fmla="*/ 0 h 74"/>
              <a:gd name="T8" fmla="*/ 41 w 64"/>
              <a:gd name="T9" fmla="*/ 0 h 74"/>
              <a:gd name="T10" fmla="*/ 64 w 64"/>
              <a:gd name="T11" fmla="*/ 22 h 74"/>
              <a:gd name="T12" fmla="*/ 64 w 64"/>
              <a:gd name="T13" fmla="*/ 24 h 74"/>
              <a:gd name="T14" fmla="*/ 62 w 64"/>
              <a:gd name="T15" fmla="*/ 72 h 74"/>
              <a:gd name="T16" fmla="*/ 62 w 64"/>
              <a:gd name="T17" fmla="*/ 72 h 74"/>
              <a:gd name="T18" fmla="*/ 8 w 64"/>
              <a:gd name="T19" fmla="*/ 74 h 74"/>
              <a:gd name="T20" fmla="*/ 0 w 64"/>
              <a:gd name="T21" fmla="*/ 66 h 74"/>
              <a:gd name="T22" fmla="*/ 2 w 64"/>
              <a:gd name="T23" fmla="*/ 3 h 74"/>
              <a:gd name="T24" fmla="*/ 39 w 64"/>
              <a:gd name="T25" fmla="*/ 6 h 74"/>
              <a:gd name="T26" fmla="*/ 8 w 64"/>
              <a:gd name="T27" fmla="*/ 6 h 74"/>
              <a:gd name="T28" fmla="*/ 6 w 64"/>
              <a:gd name="T29" fmla="*/ 8 h 74"/>
              <a:gd name="T30" fmla="*/ 6 w 64"/>
              <a:gd name="T31" fmla="*/ 68 h 74"/>
              <a:gd name="T32" fmla="*/ 8 w 64"/>
              <a:gd name="T33" fmla="*/ 68 h 74"/>
              <a:gd name="T34" fmla="*/ 58 w 64"/>
              <a:gd name="T35" fmla="*/ 68 h 74"/>
              <a:gd name="T36" fmla="*/ 59 w 64"/>
              <a:gd name="T37" fmla="*/ 66 h 74"/>
              <a:gd name="T38" fmla="*/ 46 w 64"/>
              <a:gd name="T39" fmla="*/ 25 h 74"/>
              <a:gd name="T40" fmla="*/ 41 w 64"/>
              <a:gd name="T41" fmla="*/ 23 h 74"/>
              <a:gd name="T42" fmla="*/ 39 w 64"/>
              <a:gd name="T43" fmla="*/ 6 h 74"/>
              <a:gd name="T44" fmla="*/ 56 w 64"/>
              <a:gd name="T45" fmla="*/ 22 h 74"/>
              <a:gd name="T46" fmla="*/ 43 w 64"/>
              <a:gd name="T47" fmla="*/ 19 h 74"/>
              <a:gd name="T48" fmla="*/ 44 w 64"/>
              <a:gd name="T49" fmla="*/ 21 h 74"/>
              <a:gd name="T50" fmla="*/ 56 w 64"/>
              <a:gd name="T51" fmla="*/ 22 h 74"/>
              <a:gd name="T52" fmla="*/ 16 w 64"/>
              <a:gd name="T53" fmla="*/ 33 h 74"/>
              <a:gd name="T54" fmla="*/ 16 w 64"/>
              <a:gd name="T55" fmla="*/ 29 h 74"/>
              <a:gd name="T56" fmla="*/ 50 w 64"/>
              <a:gd name="T57" fmla="*/ 31 h 74"/>
              <a:gd name="T58" fmla="*/ 16 w 64"/>
              <a:gd name="T59" fmla="*/ 33 h 74"/>
              <a:gd name="T60" fmla="*/ 16 w 64"/>
              <a:gd name="T61" fmla="*/ 45 h 74"/>
              <a:gd name="T62" fmla="*/ 16 w 64"/>
              <a:gd name="T63" fmla="*/ 41 h 74"/>
              <a:gd name="T64" fmla="*/ 50 w 64"/>
              <a:gd name="T65" fmla="*/ 43 h 74"/>
              <a:gd name="T66" fmla="*/ 16 w 64"/>
              <a:gd name="T67" fmla="*/ 45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4" h="74">
                <a:moveTo>
                  <a:pt x="16" y="57"/>
                </a:moveTo>
                <a:cubicBezTo>
                  <a:pt x="15" y="57"/>
                  <a:pt x="14" y="56"/>
                  <a:pt x="14" y="55"/>
                </a:cubicBezTo>
                <a:cubicBezTo>
                  <a:pt x="14" y="54"/>
                  <a:pt x="15" y="53"/>
                  <a:pt x="16" y="53"/>
                </a:cubicBezTo>
                <a:cubicBezTo>
                  <a:pt x="49" y="53"/>
                  <a:pt x="49" y="53"/>
                  <a:pt x="49" y="53"/>
                </a:cubicBezTo>
                <a:cubicBezTo>
                  <a:pt x="50" y="53"/>
                  <a:pt x="50" y="54"/>
                  <a:pt x="50" y="55"/>
                </a:cubicBezTo>
                <a:cubicBezTo>
                  <a:pt x="50" y="56"/>
                  <a:pt x="50" y="57"/>
                  <a:pt x="49" y="57"/>
                </a:cubicBezTo>
                <a:cubicBezTo>
                  <a:pt x="16" y="57"/>
                  <a:pt x="16" y="57"/>
                  <a:pt x="16" y="57"/>
                </a:cubicBezTo>
                <a:close/>
                <a:moveTo>
                  <a:pt x="8" y="0"/>
                </a:moveTo>
                <a:cubicBezTo>
                  <a:pt x="8" y="0"/>
                  <a:pt x="8" y="0"/>
                  <a:pt x="8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3" y="1"/>
                  <a:pt x="43" y="1"/>
                </a:cubicBezTo>
                <a:cubicBezTo>
                  <a:pt x="64" y="22"/>
                  <a:pt x="64" y="22"/>
                  <a:pt x="64" y="22"/>
                </a:cubicBezTo>
                <a:cubicBezTo>
                  <a:pt x="64" y="22"/>
                  <a:pt x="64" y="23"/>
                  <a:pt x="64" y="24"/>
                </a:cubicBezTo>
                <a:cubicBezTo>
                  <a:pt x="64" y="24"/>
                  <a:pt x="64" y="24"/>
                  <a:pt x="64" y="24"/>
                </a:cubicBezTo>
                <a:cubicBezTo>
                  <a:pt x="64" y="66"/>
                  <a:pt x="64" y="66"/>
                  <a:pt x="64" y="66"/>
                </a:cubicBezTo>
                <a:cubicBezTo>
                  <a:pt x="64" y="68"/>
                  <a:pt x="64" y="70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1" y="73"/>
                  <a:pt x="59" y="74"/>
                  <a:pt x="57" y="74"/>
                </a:cubicBezTo>
                <a:cubicBezTo>
                  <a:pt x="8" y="74"/>
                  <a:pt x="8" y="74"/>
                  <a:pt x="8" y="74"/>
                </a:cubicBezTo>
                <a:cubicBezTo>
                  <a:pt x="6" y="74"/>
                  <a:pt x="4" y="73"/>
                  <a:pt x="2" y="72"/>
                </a:cubicBezTo>
                <a:cubicBezTo>
                  <a:pt x="1" y="70"/>
                  <a:pt x="0" y="68"/>
                  <a:pt x="0" y="66"/>
                </a:cubicBezTo>
                <a:cubicBezTo>
                  <a:pt x="0" y="8"/>
                  <a:pt x="0" y="8"/>
                  <a:pt x="0" y="8"/>
                </a:cubicBezTo>
                <a:cubicBezTo>
                  <a:pt x="0" y="6"/>
                  <a:pt x="1" y="4"/>
                  <a:pt x="2" y="3"/>
                </a:cubicBezTo>
                <a:cubicBezTo>
                  <a:pt x="4" y="1"/>
                  <a:pt x="6" y="0"/>
                  <a:pt x="8" y="0"/>
                </a:cubicBezTo>
                <a:close/>
                <a:moveTo>
                  <a:pt x="39" y="6"/>
                </a:moveTo>
                <a:cubicBezTo>
                  <a:pt x="39" y="6"/>
                  <a:pt x="39" y="6"/>
                  <a:pt x="39" y="6"/>
                </a:cubicBezTo>
                <a:cubicBezTo>
                  <a:pt x="8" y="6"/>
                  <a:pt x="8" y="6"/>
                  <a:pt x="8" y="6"/>
                </a:cubicBezTo>
                <a:cubicBezTo>
                  <a:pt x="7" y="6"/>
                  <a:pt x="7" y="6"/>
                  <a:pt x="6" y="7"/>
                </a:cubicBezTo>
                <a:cubicBezTo>
                  <a:pt x="6" y="7"/>
                  <a:pt x="6" y="8"/>
                  <a:pt x="6" y="8"/>
                </a:cubicBezTo>
                <a:cubicBezTo>
                  <a:pt x="6" y="66"/>
                  <a:pt x="6" y="66"/>
                  <a:pt x="6" y="66"/>
                </a:cubicBezTo>
                <a:cubicBezTo>
                  <a:pt x="6" y="67"/>
                  <a:pt x="6" y="67"/>
                  <a:pt x="6" y="68"/>
                </a:cubicBezTo>
                <a:cubicBezTo>
                  <a:pt x="6" y="68"/>
                  <a:pt x="6" y="68"/>
                  <a:pt x="6" y="68"/>
                </a:cubicBezTo>
                <a:cubicBezTo>
                  <a:pt x="7" y="68"/>
                  <a:pt x="7" y="68"/>
                  <a:pt x="8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7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9" y="67"/>
                  <a:pt x="59" y="67"/>
                  <a:pt x="59" y="66"/>
                </a:cubicBezTo>
                <a:cubicBezTo>
                  <a:pt x="59" y="25"/>
                  <a:pt x="59" y="25"/>
                  <a:pt x="59" y="25"/>
                </a:cubicBezTo>
                <a:cubicBezTo>
                  <a:pt x="46" y="25"/>
                  <a:pt x="46" y="25"/>
                  <a:pt x="46" y="25"/>
                </a:cubicBezTo>
                <a:cubicBezTo>
                  <a:pt x="44" y="25"/>
                  <a:pt x="43" y="25"/>
                  <a:pt x="41" y="24"/>
                </a:cubicBezTo>
                <a:cubicBezTo>
                  <a:pt x="41" y="23"/>
                  <a:pt x="41" y="23"/>
                  <a:pt x="41" y="23"/>
                </a:cubicBezTo>
                <a:cubicBezTo>
                  <a:pt x="40" y="22"/>
                  <a:pt x="39" y="21"/>
                  <a:pt x="39" y="19"/>
                </a:cubicBezTo>
                <a:cubicBezTo>
                  <a:pt x="39" y="6"/>
                  <a:pt x="39" y="6"/>
                  <a:pt x="39" y="6"/>
                </a:cubicBezTo>
                <a:close/>
                <a:moveTo>
                  <a:pt x="56" y="22"/>
                </a:moveTo>
                <a:cubicBezTo>
                  <a:pt x="56" y="22"/>
                  <a:pt x="56" y="22"/>
                  <a:pt x="56" y="22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3" y="21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5" y="22"/>
                  <a:pt x="46" y="22"/>
                </a:cubicBezTo>
                <a:cubicBezTo>
                  <a:pt x="56" y="22"/>
                  <a:pt x="56" y="22"/>
                  <a:pt x="56" y="22"/>
                </a:cubicBezTo>
                <a:close/>
                <a:moveTo>
                  <a:pt x="16" y="33"/>
                </a:moveTo>
                <a:cubicBezTo>
                  <a:pt x="16" y="33"/>
                  <a:pt x="16" y="33"/>
                  <a:pt x="16" y="33"/>
                </a:cubicBezTo>
                <a:cubicBezTo>
                  <a:pt x="15" y="33"/>
                  <a:pt x="14" y="32"/>
                  <a:pt x="14" y="31"/>
                </a:cubicBezTo>
                <a:cubicBezTo>
                  <a:pt x="14" y="30"/>
                  <a:pt x="15" y="29"/>
                  <a:pt x="16" y="29"/>
                </a:cubicBezTo>
                <a:cubicBezTo>
                  <a:pt x="49" y="29"/>
                  <a:pt x="49" y="29"/>
                  <a:pt x="49" y="29"/>
                </a:cubicBezTo>
                <a:cubicBezTo>
                  <a:pt x="50" y="29"/>
                  <a:pt x="50" y="30"/>
                  <a:pt x="50" y="31"/>
                </a:cubicBezTo>
                <a:cubicBezTo>
                  <a:pt x="50" y="32"/>
                  <a:pt x="50" y="33"/>
                  <a:pt x="49" y="33"/>
                </a:cubicBezTo>
                <a:cubicBezTo>
                  <a:pt x="16" y="33"/>
                  <a:pt x="16" y="33"/>
                  <a:pt x="16" y="33"/>
                </a:cubicBezTo>
                <a:close/>
                <a:moveTo>
                  <a:pt x="16" y="45"/>
                </a:moveTo>
                <a:cubicBezTo>
                  <a:pt x="16" y="45"/>
                  <a:pt x="16" y="45"/>
                  <a:pt x="16" y="45"/>
                </a:cubicBezTo>
                <a:cubicBezTo>
                  <a:pt x="15" y="45"/>
                  <a:pt x="14" y="44"/>
                  <a:pt x="14" y="43"/>
                </a:cubicBezTo>
                <a:cubicBezTo>
                  <a:pt x="14" y="42"/>
                  <a:pt x="15" y="41"/>
                  <a:pt x="16" y="41"/>
                </a:cubicBezTo>
                <a:cubicBezTo>
                  <a:pt x="49" y="41"/>
                  <a:pt x="49" y="41"/>
                  <a:pt x="49" y="41"/>
                </a:cubicBezTo>
                <a:cubicBezTo>
                  <a:pt x="50" y="41"/>
                  <a:pt x="50" y="42"/>
                  <a:pt x="50" y="43"/>
                </a:cubicBezTo>
                <a:cubicBezTo>
                  <a:pt x="50" y="44"/>
                  <a:pt x="50" y="45"/>
                  <a:pt x="49" y="45"/>
                </a:cubicBezTo>
                <a:cubicBezTo>
                  <a:pt x="16" y="45"/>
                  <a:pt x="16" y="45"/>
                  <a:pt x="16" y="45"/>
                </a:cubicBezTo>
                <a:close/>
              </a:path>
            </a:pathLst>
          </a:custGeom>
          <a:solidFill>
            <a:srgbClr val="7FB1AC"/>
          </a:solidFill>
          <a:ln>
            <a:noFill/>
          </a:ln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6" name="Freeform 12"/>
          <p:cNvSpPr>
            <a:spLocks noEditPoints="1"/>
          </p:cNvSpPr>
          <p:nvPr/>
        </p:nvSpPr>
        <p:spPr bwMode="auto">
          <a:xfrm>
            <a:off x="5677535" y="4211638"/>
            <a:ext cx="277813" cy="258762"/>
          </a:xfrm>
          <a:custGeom>
            <a:avLst/>
            <a:gdLst>
              <a:gd name="T0" fmla="*/ 58 w 74"/>
              <a:gd name="T1" fmla="*/ 39 h 69"/>
              <a:gd name="T2" fmla="*/ 61 w 74"/>
              <a:gd name="T3" fmla="*/ 36 h 69"/>
              <a:gd name="T4" fmla="*/ 63 w 74"/>
              <a:gd name="T5" fmla="*/ 39 h 69"/>
              <a:gd name="T6" fmla="*/ 63 w 74"/>
              <a:gd name="T7" fmla="*/ 66 h 69"/>
              <a:gd name="T8" fmla="*/ 61 w 74"/>
              <a:gd name="T9" fmla="*/ 69 h 69"/>
              <a:gd name="T10" fmla="*/ 61 w 74"/>
              <a:gd name="T11" fmla="*/ 69 h 69"/>
              <a:gd name="T12" fmla="*/ 14 w 74"/>
              <a:gd name="T13" fmla="*/ 69 h 69"/>
              <a:gd name="T14" fmla="*/ 11 w 74"/>
              <a:gd name="T15" fmla="*/ 66 h 69"/>
              <a:gd name="T16" fmla="*/ 11 w 74"/>
              <a:gd name="T17" fmla="*/ 66 h 69"/>
              <a:gd name="T18" fmla="*/ 11 w 74"/>
              <a:gd name="T19" fmla="*/ 39 h 69"/>
              <a:gd name="T20" fmla="*/ 14 w 74"/>
              <a:gd name="T21" fmla="*/ 36 h 69"/>
              <a:gd name="T22" fmla="*/ 17 w 74"/>
              <a:gd name="T23" fmla="*/ 39 h 69"/>
              <a:gd name="T24" fmla="*/ 17 w 74"/>
              <a:gd name="T25" fmla="*/ 63 h 69"/>
              <a:gd name="T26" fmla="*/ 26 w 74"/>
              <a:gd name="T27" fmla="*/ 63 h 69"/>
              <a:gd name="T28" fmla="*/ 26 w 74"/>
              <a:gd name="T29" fmla="*/ 36 h 69"/>
              <a:gd name="T30" fmla="*/ 28 w 74"/>
              <a:gd name="T31" fmla="*/ 34 h 69"/>
              <a:gd name="T32" fmla="*/ 28 w 74"/>
              <a:gd name="T33" fmla="*/ 34 h 69"/>
              <a:gd name="T34" fmla="*/ 47 w 74"/>
              <a:gd name="T35" fmla="*/ 34 h 69"/>
              <a:gd name="T36" fmla="*/ 49 w 74"/>
              <a:gd name="T37" fmla="*/ 36 h 69"/>
              <a:gd name="T38" fmla="*/ 49 w 74"/>
              <a:gd name="T39" fmla="*/ 36 h 69"/>
              <a:gd name="T40" fmla="*/ 49 w 74"/>
              <a:gd name="T41" fmla="*/ 63 h 69"/>
              <a:gd name="T42" fmla="*/ 58 w 74"/>
              <a:gd name="T43" fmla="*/ 63 h 69"/>
              <a:gd name="T44" fmla="*/ 58 w 74"/>
              <a:gd name="T45" fmla="*/ 39 h 69"/>
              <a:gd name="T46" fmla="*/ 29 w 74"/>
              <a:gd name="T47" fmla="*/ 63 h 69"/>
              <a:gd name="T48" fmla="*/ 29 w 74"/>
              <a:gd name="T49" fmla="*/ 63 h 69"/>
              <a:gd name="T50" fmla="*/ 45 w 74"/>
              <a:gd name="T51" fmla="*/ 63 h 69"/>
              <a:gd name="T52" fmla="*/ 45 w 74"/>
              <a:gd name="T53" fmla="*/ 37 h 69"/>
              <a:gd name="T54" fmla="*/ 29 w 74"/>
              <a:gd name="T55" fmla="*/ 37 h 69"/>
              <a:gd name="T56" fmla="*/ 29 w 74"/>
              <a:gd name="T57" fmla="*/ 63 h 69"/>
              <a:gd name="T58" fmla="*/ 5 w 74"/>
              <a:gd name="T59" fmla="*/ 39 h 69"/>
              <a:gd name="T60" fmla="*/ 5 w 74"/>
              <a:gd name="T61" fmla="*/ 39 h 69"/>
              <a:gd name="T62" fmla="*/ 1 w 74"/>
              <a:gd name="T63" fmla="*/ 39 h 69"/>
              <a:gd name="T64" fmla="*/ 1 w 74"/>
              <a:gd name="T65" fmla="*/ 35 h 69"/>
              <a:gd name="T66" fmla="*/ 35 w 74"/>
              <a:gd name="T67" fmla="*/ 1 h 69"/>
              <a:gd name="T68" fmla="*/ 39 w 74"/>
              <a:gd name="T69" fmla="*/ 1 h 69"/>
              <a:gd name="T70" fmla="*/ 39 w 74"/>
              <a:gd name="T71" fmla="*/ 1 h 69"/>
              <a:gd name="T72" fmla="*/ 73 w 74"/>
              <a:gd name="T73" fmla="*/ 35 h 69"/>
              <a:gd name="T74" fmla="*/ 73 w 74"/>
              <a:gd name="T75" fmla="*/ 39 h 69"/>
              <a:gd name="T76" fmla="*/ 69 w 74"/>
              <a:gd name="T77" fmla="*/ 39 h 69"/>
              <a:gd name="T78" fmla="*/ 37 w 74"/>
              <a:gd name="T79" fmla="*/ 7 h 69"/>
              <a:gd name="T80" fmla="*/ 5 w 74"/>
              <a:gd name="T81" fmla="*/ 3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4" h="69">
                <a:moveTo>
                  <a:pt x="58" y="39"/>
                </a:moveTo>
                <a:cubicBezTo>
                  <a:pt x="58" y="37"/>
                  <a:pt x="59" y="36"/>
                  <a:pt x="61" y="36"/>
                </a:cubicBezTo>
                <a:cubicBezTo>
                  <a:pt x="62" y="36"/>
                  <a:pt x="63" y="37"/>
                  <a:pt x="63" y="39"/>
                </a:cubicBezTo>
                <a:cubicBezTo>
                  <a:pt x="63" y="66"/>
                  <a:pt x="63" y="66"/>
                  <a:pt x="63" y="66"/>
                </a:cubicBezTo>
                <a:cubicBezTo>
                  <a:pt x="63" y="68"/>
                  <a:pt x="62" y="69"/>
                  <a:pt x="61" y="69"/>
                </a:cubicBezTo>
                <a:cubicBezTo>
                  <a:pt x="61" y="69"/>
                  <a:pt x="61" y="69"/>
                  <a:pt x="61" y="69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69"/>
                  <a:pt x="11" y="68"/>
                  <a:pt x="11" y="66"/>
                </a:cubicBezTo>
                <a:cubicBezTo>
                  <a:pt x="11" y="66"/>
                  <a:pt x="11" y="66"/>
                  <a:pt x="11" y="66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7"/>
                  <a:pt x="12" y="36"/>
                  <a:pt x="14" y="36"/>
                </a:cubicBezTo>
                <a:cubicBezTo>
                  <a:pt x="16" y="36"/>
                  <a:pt x="17" y="37"/>
                  <a:pt x="17" y="39"/>
                </a:cubicBezTo>
                <a:cubicBezTo>
                  <a:pt x="17" y="63"/>
                  <a:pt x="17" y="63"/>
                  <a:pt x="17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6" y="36"/>
                  <a:pt x="26" y="36"/>
                  <a:pt x="26" y="36"/>
                </a:cubicBezTo>
                <a:cubicBezTo>
                  <a:pt x="26" y="35"/>
                  <a:pt x="27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47" y="34"/>
                  <a:pt x="47" y="34"/>
                  <a:pt x="47" y="34"/>
                </a:cubicBezTo>
                <a:cubicBezTo>
                  <a:pt x="48" y="34"/>
                  <a:pt x="49" y="35"/>
                  <a:pt x="49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49" y="63"/>
                  <a:pt x="49" y="63"/>
                  <a:pt x="49" y="63"/>
                </a:cubicBezTo>
                <a:cubicBezTo>
                  <a:pt x="58" y="63"/>
                  <a:pt x="58" y="63"/>
                  <a:pt x="58" y="63"/>
                </a:cubicBezTo>
                <a:cubicBezTo>
                  <a:pt x="58" y="39"/>
                  <a:pt x="58" y="39"/>
                  <a:pt x="58" y="39"/>
                </a:cubicBezTo>
                <a:close/>
                <a:moveTo>
                  <a:pt x="29" y="63"/>
                </a:moveTo>
                <a:cubicBezTo>
                  <a:pt x="29" y="63"/>
                  <a:pt x="29" y="63"/>
                  <a:pt x="29" y="63"/>
                </a:cubicBezTo>
                <a:cubicBezTo>
                  <a:pt x="45" y="63"/>
                  <a:pt x="45" y="63"/>
                  <a:pt x="45" y="63"/>
                </a:cubicBezTo>
                <a:cubicBezTo>
                  <a:pt x="45" y="37"/>
                  <a:pt x="45" y="37"/>
                  <a:pt x="45" y="37"/>
                </a:cubicBezTo>
                <a:cubicBezTo>
                  <a:pt x="29" y="37"/>
                  <a:pt x="29" y="37"/>
                  <a:pt x="29" y="37"/>
                </a:cubicBezTo>
                <a:cubicBezTo>
                  <a:pt x="29" y="63"/>
                  <a:pt x="29" y="63"/>
                  <a:pt x="29" y="63"/>
                </a:cubicBezTo>
                <a:close/>
                <a:moveTo>
                  <a:pt x="5" y="39"/>
                </a:moveTo>
                <a:cubicBezTo>
                  <a:pt x="5" y="39"/>
                  <a:pt x="5" y="39"/>
                  <a:pt x="5" y="39"/>
                </a:cubicBezTo>
                <a:cubicBezTo>
                  <a:pt x="4" y="40"/>
                  <a:pt x="2" y="40"/>
                  <a:pt x="1" y="39"/>
                </a:cubicBezTo>
                <a:cubicBezTo>
                  <a:pt x="0" y="38"/>
                  <a:pt x="0" y="36"/>
                  <a:pt x="1" y="35"/>
                </a:cubicBezTo>
                <a:cubicBezTo>
                  <a:pt x="35" y="1"/>
                  <a:pt x="35" y="1"/>
                  <a:pt x="35" y="1"/>
                </a:cubicBezTo>
                <a:cubicBezTo>
                  <a:pt x="36" y="0"/>
                  <a:pt x="38" y="0"/>
                  <a:pt x="39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73" y="35"/>
                  <a:pt x="73" y="35"/>
                  <a:pt x="73" y="35"/>
                </a:cubicBezTo>
                <a:cubicBezTo>
                  <a:pt x="74" y="36"/>
                  <a:pt x="74" y="38"/>
                  <a:pt x="73" y="39"/>
                </a:cubicBezTo>
                <a:cubicBezTo>
                  <a:pt x="72" y="40"/>
                  <a:pt x="70" y="40"/>
                  <a:pt x="69" y="39"/>
                </a:cubicBezTo>
                <a:cubicBezTo>
                  <a:pt x="37" y="7"/>
                  <a:pt x="37" y="7"/>
                  <a:pt x="37" y="7"/>
                </a:cubicBezTo>
                <a:cubicBezTo>
                  <a:pt x="5" y="39"/>
                  <a:pt x="5" y="39"/>
                  <a:pt x="5" y="39"/>
                </a:cubicBezTo>
                <a:close/>
              </a:path>
            </a:pathLst>
          </a:custGeom>
          <a:solidFill>
            <a:srgbClr val="7FB1AC"/>
          </a:solidFill>
          <a:ln>
            <a:noFill/>
          </a:ln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7" name="Freeform 13"/>
          <p:cNvSpPr>
            <a:spLocks noEditPoints="1"/>
          </p:cNvSpPr>
          <p:nvPr/>
        </p:nvSpPr>
        <p:spPr bwMode="auto">
          <a:xfrm>
            <a:off x="4939348" y="3487738"/>
            <a:ext cx="284162" cy="277812"/>
          </a:xfrm>
          <a:custGeom>
            <a:avLst/>
            <a:gdLst>
              <a:gd name="T0" fmla="*/ 27 w 76"/>
              <a:gd name="T1" fmla="*/ 29 h 74"/>
              <a:gd name="T2" fmla="*/ 76 w 76"/>
              <a:gd name="T3" fmla="*/ 32 h 74"/>
              <a:gd name="T4" fmla="*/ 76 w 76"/>
              <a:gd name="T5" fmla="*/ 65 h 74"/>
              <a:gd name="T6" fmla="*/ 73 w 76"/>
              <a:gd name="T7" fmla="*/ 68 h 74"/>
              <a:gd name="T8" fmla="*/ 52 w 76"/>
              <a:gd name="T9" fmla="*/ 70 h 74"/>
              <a:gd name="T10" fmla="*/ 62 w 76"/>
              <a:gd name="T11" fmla="*/ 72 h 74"/>
              <a:gd name="T12" fmla="*/ 39 w 76"/>
              <a:gd name="T13" fmla="*/ 74 h 74"/>
              <a:gd name="T14" fmla="*/ 39 w 76"/>
              <a:gd name="T15" fmla="*/ 70 h 74"/>
              <a:gd name="T16" fmla="*/ 47 w 76"/>
              <a:gd name="T17" fmla="*/ 68 h 74"/>
              <a:gd name="T18" fmla="*/ 24 w 76"/>
              <a:gd name="T19" fmla="*/ 65 h 74"/>
              <a:gd name="T20" fmla="*/ 24 w 76"/>
              <a:gd name="T21" fmla="*/ 32 h 74"/>
              <a:gd name="T22" fmla="*/ 37 w 76"/>
              <a:gd name="T23" fmla="*/ 0 h 74"/>
              <a:gd name="T24" fmla="*/ 11 w 76"/>
              <a:gd name="T25" fmla="*/ 10 h 74"/>
              <a:gd name="T26" fmla="*/ 11 w 76"/>
              <a:gd name="T27" fmla="*/ 62 h 74"/>
              <a:gd name="T28" fmla="*/ 19 w 76"/>
              <a:gd name="T29" fmla="*/ 62 h 74"/>
              <a:gd name="T30" fmla="*/ 17 w 76"/>
              <a:gd name="T31" fmla="*/ 38 h 74"/>
              <a:gd name="T32" fmla="*/ 21 w 76"/>
              <a:gd name="T33" fmla="*/ 43 h 74"/>
              <a:gd name="T34" fmla="*/ 21 w 76"/>
              <a:gd name="T35" fmla="*/ 43 h 74"/>
              <a:gd name="T36" fmla="*/ 25 w 76"/>
              <a:gd name="T37" fmla="*/ 18 h 74"/>
              <a:gd name="T38" fmla="*/ 35 w 76"/>
              <a:gd name="T39" fmla="*/ 25 h 74"/>
              <a:gd name="T40" fmla="*/ 39 w 76"/>
              <a:gd name="T41" fmla="*/ 21 h 74"/>
              <a:gd name="T42" fmla="*/ 51 w 76"/>
              <a:gd name="T43" fmla="*/ 18 h 74"/>
              <a:gd name="T44" fmla="*/ 56 w 76"/>
              <a:gd name="T45" fmla="*/ 25 h 74"/>
              <a:gd name="T46" fmla="*/ 58 w 76"/>
              <a:gd name="T47" fmla="*/ 14 h 74"/>
              <a:gd name="T48" fmla="*/ 66 w 76"/>
              <a:gd name="T49" fmla="*/ 25 h 74"/>
              <a:gd name="T50" fmla="*/ 63 w 76"/>
              <a:gd name="T51" fmla="*/ 10 h 74"/>
              <a:gd name="T52" fmla="*/ 56 w 76"/>
              <a:gd name="T53" fmla="*/ 11 h 74"/>
              <a:gd name="T54" fmla="*/ 53 w 76"/>
              <a:gd name="T55" fmla="*/ 13 h 74"/>
              <a:gd name="T56" fmla="*/ 49 w 76"/>
              <a:gd name="T57" fmla="*/ 8 h 74"/>
              <a:gd name="T58" fmla="*/ 42 w 76"/>
              <a:gd name="T59" fmla="*/ 6 h 74"/>
              <a:gd name="T60" fmla="*/ 49 w 76"/>
              <a:gd name="T61" fmla="*/ 13 h 74"/>
              <a:gd name="T62" fmla="*/ 48 w 76"/>
              <a:gd name="T63" fmla="*/ 15 h 74"/>
              <a:gd name="T64" fmla="*/ 39 w 76"/>
              <a:gd name="T65" fmla="*/ 5 h 74"/>
              <a:gd name="T66" fmla="*/ 35 w 76"/>
              <a:gd name="T67" fmla="*/ 5 h 74"/>
              <a:gd name="T68" fmla="*/ 35 w 76"/>
              <a:gd name="T69" fmla="*/ 17 h 74"/>
              <a:gd name="T70" fmla="*/ 25 w 76"/>
              <a:gd name="T71" fmla="*/ 15 h 74"/>
              <a:gd name="T72" fmla="*/ 32 w 76"/>
              <a:gd name="T73" fmla="*/ 6 h 74"/>
              <a:gd name="T74" fmla="*/ 25 w 76"/>
              <a:gd name="T75" fmla="*/ 8 h 74"/>
              <a:gd name="T76" fmla="*/ 22 w 76"/>
              <a:gd name="T77" fmla="*/ 11 h 74"/>
              <a:gd name="T78" fmla="*/ 19 w 76"/>
              <a:gd name="T79" fmla="*/ 11 h 74"/>
              <a:gd name="T80" fmla="*/ 16 w 76"/>
              <a:gd name="T81" fmla="*/ 14 h 74"/>
              <a:gd name="T82" fmla="*/ 20 w 76"/>
              <a:gd name="T83" fmla="*/ 16 h 74"/>
              <a:gd name="T84" fmla="*/ 6 w 76"/>
              <a:gd name="T85" fmla="*/ 35 h 74"/>
              <a:gd name="T86" fmla="*/ 16 w 76"/>
              <a:gd name="T87" fmla="*/ 14 h 74"/>
              <a:gd name="T88" fmla="*/ 70 w 76"/>
              <a:gd name="T89" fmla="*/ 35 h 74"/>
              <a:gd name="T90" fmla="*/ 29 w 76"/>
              <a:gd name="T91" fmla="*/ 62 h 74"/>
              <a:gd name="T92" fmla="*/ 70 w 76"/>
              <a:gd name="T93" fmla="*/ 35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6" h="74">
                <a:moveTo>
                  <a:pt x="26" y="29"/>
                </a:moveTo>
                <a:cubicBezTo>
                  <a:pt x="27" y="29"/>
                  <a:pt x="27" y="29"/>
                  <a:pt x="27" y="29"/>
                </a:cubicBezTo>
                <a:cubicBezTo>
                  <a:pt x="73" y="29"/>
                  <a:pt x="73" y="29"/>
                  <a:pt x="73" y="29"/>
                </a:cubicBezTo>
                <a:cubicBezTo>
                  <a:pt x="74" y="29"/>
                  <a:pt x="76" y="31"/>
                  <a:pt x="76" y="32"/>
                </a:cubicBezTo>
                <a:cubicBezTo>
                  <a:pt x="76" y="32"/>
                  <a:pt x="76" y="32"/>
                  <a:pt x="76" y="32"/>
                </a:cubicBezTo>
                <a:cubicBezTo>
                  <a:pt x="76" y="65"/>
                  <a:pt x="76" y="65"/>
                  <a:pt x="76" y="65"/>
                </a:cubicBezTo>
                <a:cubicBezTo>
                  <a:pt x="76" y="66"/>
                  <a:pt x="74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70"/>
                  <a:pt x="52" y="70"/>
                  <a:pt x="52" y="70"/>
                </a:cubicBezTo>
                <a:cubicBezTo>
                  <a:pt x="61" y="70"/>
                  <a:pt x="61" y="70"/>
                  <a:pt x="61" y="70"/>
                </a:cubicBezTo>
                <a:cubicBezTo>
                  <a:pt x="62" y="70"/>
                  <a:pt x="62" y="71"/>
                  <a:pt x="62" y="72"/>
                </a:cubicBezTo>
                <a:cubicBezTo>
                  <a:pt x="62" y="73"/>
                  <a:pt x="62" y="74"/>
                  <a:pt x="61" y="74"/>
                </a:cubicBezTo>
                <a:cubicBezTo>
                  <a:pt x="39" y="74"/>
                  <a:pt x="39" y="74"/>
                  <a:pt x="39" y="74"/>
                </a:cubicBezTo>
                <a:cubicBezTo>
                  <a:pt x="38" y="74"/>
                  <a:pt x="37" y="73"/>
                  <a:pt x="37" y="72"/>
                </a:cubicBezTo>
                <a:cubicBezTo>
                  <a:pt x="37" y="71"/>
                  <a:pt x="38" y="70"/>
                  <a:pt x="39" y="70"/>
                </a:cubicBezTo>
                <a:cubicBezTo>
                  <a:pt x="47" y="70"/>
                  <a:pt x="47" y="70"/>
                  <a:pt x="47" y="70"/>
                </a:cubicBezTo>
                <a:cubicBezTo>
                  <a:pt x="47" y="68"/>
                  <a:pt x="47" y="68"/>
                  <a:pt x="47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8"/>
                  <a:pt x="24" y="66"/>
                  <a:pt x="24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1"/>
                  <a:pt x="25" y="29"/>
                  <a:pt x="26" y="29"/>
                </a:cubicBezTo>
                <a:close/>
                <a:moveTo>
                  <a:pt x="37" y="0"/>
                </a:moveTo>
                <a:cubicBezTo>
                  <a:pt x="37" y="0"/>
                  <a:pt x="37" y="0"/>
                  <a:pt x="37" y="0"/>
                </a:cubicBezTo>
                <a:cubicBezTo>
                  <a:pt x="27" y="0"/>
                  <a:pt x="18" y="4"/>
                  <a:pt x="11" y="10"/>
                </a:cubicBezTo>
                <a:cubicBezTo>
                  <a:pt x="4" y="17"/>
                  <a:pt x="0" y="26"/>
                  <a:pt x="0" y="36"/>
                </a:cubicBezTo>
                <a:cubicBezTo>
                  <a:pt x="0" y="46"/>
                  <a:pt x="4" y="56"/>
                  <a:pt x="11" y="62"/>
                </a:cubicBezTo>
                <a:cubicBezTo>
                  <a:pt x="13" y="64"/>
                  <a:pt x="14" y="65"/>
                  <a:pt x="16" y="66"/>
                </a:cubicBezTo>
                <a:cubicBezTo>
                  <a:pt x="19" y="69"/>
                  <a:pt x="22" y="64"/>
                  <a:pt x="19" y="62"/>
                </a:cubicBezTo>
                <a:cubicBezTo>
                  <a:pt x="12" y="56"/>
                  <a:pt x="7" y="48"/>
                  <a:pt x="6" y="38"/>
                </a:cubicBezTo>
                <a:cubicBezTo>
                  <a:pt x="17" y="38"/>
                  <a:pt x="17" y="38"/>
                  <a:pt x="17" y="38"/>
                </a:cubicBezTo>
                <a:cubicBezTo>
                  <a:pt x="17" y="40"/>
                  <a:pt x="17" y="42"/>
                  <a:pt x="17" y="44"/>
                </a:cubicBezTo>
                <a:cubicBezTo>
                  <a:pt x="17" y="46"/>
                  <a:pt x="21" y="46"/>
                  <a:pt x="21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20" y="35"/>
                  <a:pt x="20" y="25"/>
                  <a:pt x="23" y="18"/>
                </a:cubicBezTo>
                <a:cubicBezTo>
                  <a:pt x="24" y="18"/>
                  <a:pt x="24" y="18"/>
                  <a:pt x="25" y="18"/>
                </a:cubicBezTo>
                <a:cubicBezTo>
                  <a:pt x="28" y="20"/>
                  <a:pt x="32" y="20"/>
                  <a:pt x="35" y="21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7"/>
                  <a:pt x="39" y="27"/>
                  <a:pt x="39" y="25"/>
                </a:cubicBezTo>
                <a:cubicBezTo>
                  <a:pt x="39" y="21"/>
                  <a:pt x="39" y="21"/>
                  <a:pt x="39" y="21"/>
                </a:cubicBezTo>
                <a:cubicBezTo>
                  <a:pt x="43" y="20"/>
                  <a:pt x="46" y="20"/>
                  <a:pt x="50" y="18"/>
                </a:cubicBezTo>
                <a:cubicBezTo>
                  <a:pt x="50" y="18"/>
                  <a:pt x="50" y="18"/>
                  <a:pt x="51" y="18"/>
                </a:cubicBezTo>
                <a:cubicBezTo>
                  <a:pt x="52" y="20"/>
                  <a:pt x="53" y="23"/>
                  <a:pt x="53" y="26"/>
                </a:cubicBezTo>
                <a:cubicBezTo>
                  <a:pt x="54" y="28"/>
                  <a:pt x="57" y="27"/>
                  <a:pt x="56" y="25"/>
                </a:cubicBezTo>
                <a:cubicBezTo>
                  <a:pt x="56" y="22"/>
                  <a:pt x="55" y="19"/>
                  <a:pt x="54" y="16"/>
                </a:cubicBezTo>
                <a:cubicBezTo>
                  <a:pt x="56" y="15"/>
                  <a:pt x="57" y="15"/>
                  <a:pt x="58" y="14"/>
                </a:cubicBezTo>
                <a:cubicBezTo>
                  <a:pt x="59" y="14"/>
                  <a:pt x="59" y="14"/>
                  <a:pt x="59" y="14"/>
                </a:cubicBezTo>
                <a:cubicBezTo>
                  <a:pt x="62" y="17"/>
                  <a:pt x="65" y="21"/>
                  <a:pt x="66" y="25"/>
                </a:cubicBezTo>
                <a:cubicBezTo>
                  <a:pt x="68" y="29"/>
                  <a:pt x="73" y="26"/>
                  <a:pt x="71" y="23"/>
                </a:cubicBezTo>
                <a:cubicBezTo>
                  <a:pt x="70" y="18"/>
                  <a:pt x="67" y="14"/>
                  <a:pt x="63" y="10"/>
                </a:cubicBezTo>
                <a:cubicBezTo>
                  <a:pt x="56" y="4"/>
                  <a:pt x="47" y="0"/>
                  <a:pt x="37" y="0"/>
                </a:cubicBezTo>
                <a:close/>
                <a:moveTo>
                  <a:pt x="56" y="11"/>
                </a:moveTo>
                <a:cubicBezTo>
                  <a:pt x="56" y="11"/>
                  <a:pt x="56" y="11"/>
                  <a:pt x="56" y="11"/>
                </a:cubicBezTo>
                <a:cubicBezTo>
                  <a:pt x="55" y="12"/>
                  <a:pt x="54" y="13"/>
                  <a:pt x="53" y="13"/>
                </a:cubicBezTo>
                <a:cubicBezTo>
                  <a:pt x="52" y="13"/>
                  <a:pt x="52" y="12"/>
                  <a:pt x="52" y="11"/>
                </a:cubicBezTo>
                <a:cubicBezTo>
                  <a:pt x="51" y="10"/>
                  <a:pt x="50" y="9"/>
                  <a:pt x="49" y="8"/>
                </a:cubicBezTo>
                <a:cubicBezTo>
                  <a:pt x="52" y="9"/>
                  <a:pt x="54" y="10"/>
                  <a:pt x="56" y="11"/>
                </a:cubicBezTo>
                <a:close/>
                <a:moveTo>
                  <a:pt x="42" y="6"/>
                </a:moveTo>
                <a:cubicBezTo>
                  <a:pt x="42" y="6"/>
                  <a:pt x="42" y="6"/>
                  <a:pt x="42" y="6"/>
                </a:cubicBezTo>
                <a:cubicBezTo>
                  <a:pt x="45" y="7"/>
                  <a:pt x="47" y="10"/>
                  <a:pt x="49" y="13"/>
                </a:cubicBezTo>
                <a:cubicBezTo>
                  <a:pt x="49" y="14"/>
                  <a:pt x="49" y="14"/>
                  <a:pt x="50" y="15"/>
                </a:cubicBezTo>
                <a:cubicBezTo>
                  <a:pt x="49" y="15"/>
                  <a:pt x="49" y="15"/>
                  <a:pt x="48" y="15"/>
                </a:cubicBezTo>
                <a:cubicBezTo>
                  <a:pt x="45" y="16"/>
                  <a:pt x="42" y="17"/>
                  <a:pt x="39" y="17"/>
                </a:cubicBezTo>
                <a:cubicBezTo>
                  <a:pt x="39" y="5"/>
                  <a:pt x="39" y="5"/>
                  <a:pt x="39" y="5"/>
                </a:cubicBezTo>
                <a:cubicBezTo>
                  <a:pt x="40" y="5"/>
                  <a:pt x="41" y="5"/>
                  <a:pt x="42" y="6"/>
                </a:cubicBezTo>
                <a:close/>
                <a:moveTo>
                  <a:pt x="35" y="5"/>
                </a:moveTo>
                <a:cubicBezTo>
                  <a:pt x="35" y="5"/>
                  <a:pt x="35" y="5"/>
                  <a:pt x="35" y="5"/>
                </a:cubicBezTo>
                <a:cubicBezTo>
                  <a:pt x="35" y="17"/>
                  <a:pt x="35" y="17"/>
                  <a:pt x="35" y="17"/>
                </a:cubicBezTo>
                <a:cubicBezTo>
                  <a:pt x="32" y="17"/>
                  <a:pt x="29" y="16"/>
                  <a:pt x="26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4"/>
                  <a:pt x="25" y="14"/>
                  <a:pt x="25" y="13"/>
                </a:cubicBezTo>
                <a:cubicBezTo>
                  <a:pt x="27" y="10"/>
                  <a:pt x="30" y="7"/>
                  <a:pt x="32" y="6"/>
                </a:cubicBezTo>
                <a:cubicBezTo>
                  <a:pt x="33" y="5"/>
                  <a:pt x="34" y="5"/>
                  <a:pt x="35" y="5"/>
                </a:cubicBezTo>
                <a:close/>
                <a:moveTo>
                  <a:pt x="25" y="8"/>
                </a:moveTo>
                <a:cubicBezTo>
                  <a:pt x="25" y="8"/>
                  <a:pt x="25" y="8"/>
                  <a:pt x="25" y="8"/>
                </a:cubicBezTo>
                <a:cubicBezTo>
                  <a:pt x="24" y="9"/>
                  <a:pt x="23" y="10"/>
                  <a:pt x="22" y="11"/>
                </a:cubicBezTo>
                <a:cubicBezTo>
                  <a:pt x="22" y="12"/>
                  <a:pt x="22" y="13"/>
                  <a:pt x="22" y="13"/>
                </a:cubicBezTo>
                <a:cubicBezTo>
                  <a:pt x="21" y="13"/>
                  <a:pt x="20" y="12"/>
                  <a:pt x="19" y="11"/>
                </a:cubicBezTo>
                <a:cubicBezTo>
                  <a:pt x="21" y="10"/>
                  <a:pt x="23" y="9"/>
                  <a:pt x="25" y="8"/>
                </a:cubicBezTo>
                <a:close/>
                <a:moveTo>
                  <a:pt x="16" y="14"/>
                </a:moveTo>
                <a:cubicBezTo>
                  <a:pt x="16" y="14"/>
                  <a:pt x="16" y="14"/>
                  <a:pt x="16" y="14"/>
                </a:cubicBezTo>
                <a:cubicBezTo>
                  <a:pt x="17" y="15"/>
                  <a:pt x="19" y="15"/>
                  <a:pt x="20" y="16"/>
                </a:cubicBezTo>
                <a:cubicBezTo>
                  <a:pt x="18" y="22"/>
                  <a:pt x="17" y="28"/>
                  <a:pt x="17" y="35"/>
                </a:cubicBezTo>
                <a:cubicBezTo>
                  <a:pt x="6" y="35"/>
                  <a:pt x="6" y="35"/>
                  <a:pt x="6" y="35"/>
                </a:cubicBezTo>
                <a:cubicBezTo>
                  <a:pt x="6" y="27"/>
                  <a:pt x="10" y="20"/>
                  <a:pt x="15" y="14"/>
                </a:cubicBezTo>
                <a:cubicBezTo>
                  <a:pt x="15" y="14"/>
                  <a:pt x="16" y="14"/>
                  <a:pt x="16" y="14"/>
                </a:cubicBezTo>
                <a:close/>
                <a:moveTo>
                  <a:pt x="70" y="35"/>
                </a:moveTo>
                <a:cubicBezTo>
                  <a:pt x="70" y="35"/>
                  <a:pt x="70" y="35"/>
                  <a:pt x="70" y="35"/>
                </a:cubicBezTo>
                <a:cubicBezTo>
                  <a:pt x="29" y="35"/>
                  <a:pt x="29" y="35"/>
                  <a:pt x="29" y="35"/>
                </a:cubicBezTo>
                <a:cubicBezTo>
                  <a:pt x="29" y="62"/>
                  <a:pt x="29" y="62"/>
                  <a:pt x="29" y="62"/>
                </a:cubicBezTo>
                <a:cubicBezTo>
                  <a:pt x="70" y="62"/>
                  <a:pt x="70" y="62"/>
                  <a:pt x="70" y="62"/>
                </a:cubicBezTo>
                <a:cubicBezTo>
                  <a:pt x="70" y="35"/>
                  <a:pt x="70" y="35"/>
                  <a:pt x="70" y="35"/>
                </a:cubicBezTo>
                <a:close/>
              </a:path>
            </a:pathLst>
          </a:custGeom>
          <a:solidFill>
            <a:srgbClr val="7FB1AC"/>
          </a:solidFill>
          <a:ln>
            <a:noFill/>
          </a:ln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H="1">
            <a:off x="4577398" y="2521268"/>
            <a:ext cx="1008062" cy="0"/>
          </a:xfrm>
          <a:prstGeom prst="line">
            <a:avLst/>
          </a:prstGeom>
          <a:solidFill>
            <a:srgbClr val="7FB1AC"/>
          </a:solidFill>
          <a:ln w="6350">
            <a:solidFill>
              <a:srgbClr val="7FB1AC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1421130" y="2163445"/>
            <a:ext cx="3060700" cy="9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7FB1A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marL="0" lvl="0" indent="0"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01 </a:t>
            </a:r>
            <a:r>
              <a:rPr lang="zh-CN" altLang="en-US" sz="1800" u="sng" dirty="0">
                <a:solidFill>
                  <a:srgbClr val="002C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等线" panose="02010600030101010101" pitchFamily="2" charset="-122"/>
                <a:sym typeface="+mn-ea"/>
              </a:rPr>
              <a:t>针对企业的要求</a:t>
            </a:r>
            <a:r>
              <a:rPr lang="zh-CN" altLang="en-US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列举个人</a:t>
            </a:r>
            <a:r>
              <a:rPr lang="en-US" altLang="zh-CN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KSA </a:t>
            </a:r>
            <a:r>
              <a:rPr lang="zh-CN" altLang="en-US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（</a:t>
            </a:r>
            <a:r>
              <a:rPr lang="en-US" altLang="zh-CN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Knowledge/skill/Ability</a:t>
            </a:r>
            <a:r>
              <a:rPr lang="zh-CN" altLang="en-US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）</a:t>
            </a:r>
            <a:endParaRPr lang="zh-CN" altLang="en-US" sz="1800" dirty="0">
              <a:solidFill>
                <a:srgbClr val="002C42"/>
              </a:solidFill>
              <a:ea typeface="等线" panose="02010600030101010101" pitchFamily="2" charset="-122"/>
              <a:sym typeface="+mn-ea"/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endParaRPr lang="zh-CN" altLang="en-US" sz="1800" dirty="0">
              <a:solidFill>
                <a:srgbClr val="002C42"/>
              </a:solidFill>
              <a:ea typeface="等线" panose="02010600030101010101" pitchFamily="2" charset="-122"/>
              <a:sym typeface="+mn-ea"/>
            </a:endParaRPr>
          </a:p>
          <a:p>
            <a:pPr algn="r">
              <a:buFont typeface="Arial" panose="020B0604020202090204" pitchFamily="34" charset="0"/>
              <a:buNone/>
            </a:pPr>
            <a:endParaRPr lang="zh-CN" altLang="en-US" sz="800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3869690" y="4036060"/>
            <a:ext cx="1008063" cy="0"/>
          </a:xfrm>
          <a:prstGeom prst="line">
            <a:avLst/>
          </a:prstGeom>
          <a:solidFill>
            <a:srgbClr val="7FB1AC"/>
          </a:solidFill>
          <a:ln w="6350">
            <a:solidFill>
              <a:srgbClr val="7FB1AC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1500505" y="3752850"/>
            <a:ext cx="2507615" cy="856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7FB1A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1800" b="1" dirty="0">
                <a:solidFill>
                  <a:srgbClr val="B61C2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800" dirty="0">
                <a:ea typeface="等线" panose="02010600030101010101" pitchFamily="2" charset="-122"/>
                <a:sym typeface="微软雅黑" panose="020B0503020204020204" pitchFamily="34" charset="-122"/>
              </a:rPr>
              <a:t>展</a:t>
            </a:r>
            <a:r>
              <a:rPr lang="zh-CN" altLang="en-US" sz="1800" dirty="0">
                <a:ea typeface="等线" panose="02010600030101010101" pitchFamily="2" charset="-122"/>
                <a:sym typeface="+mn-ea"/>
              </a:rPr>
              <a:t>现出学生的能力、特点和兴趣，突显本人的进步和成就</a:t>
            </a:r>
            <a:endParaRPr lang="zh-CN" altLang="en-US" sz="1800" b="1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endParaRPr lang="zh-CN" altLang="en-US" sz="800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6750050" y="3169285"/>
            <a:ext cx="1025525" cy="0"/>
          </a:xfrm>
          <a:prstGeom prst="line">
            <a:avLst/>
          </a:prstGeom>
          <a:solidFill>
            <a:srgbClr val="7FB1AC"/>
          </a:solidFill>
          <a:ln w="6350">
            <a:solidFill>
              <a:srgbClr val="7FB1AC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63" name="Rectangle 19"/>
          <p:cNvSpPr>
            <a:spLocks noChangeArrowheads="1"/>
          </p:cNvSpPr>
          <p:nvPr/>
        </p:nvSpPr>
        <p:spPr bwMode="auto">
          <a:xfrm>
            <a:off x="7903210" y="2667635"/>
            <a:ext cx="2381885" cy="135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7FB1A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marL="0" lvl="0" indent="0"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en-US" altLang="en-US" sz="1800" b="1" dirty="0">
                <a:solidFill>
                  <a:srgbClr val="B61C2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获得面试的机会（但必须清楚的是，简历并不能带来工作）</a:t>
            </a:r>
            <a:endParaRPr lang="zh-CN" altLang="en-US" sz="1800" dirty="0">
              <a:solidFill>
                <a:srgbClr val="002C42"/>
              </a:solidFill>
              <a:ea typeface="等线" panose="02010600030101010101" pitchFamily="2" charset="-122"/>
              <a:sym typeface="+mn-ea"/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endParaRPr lang="zh-CN" altLang="en-US" sz="1800" dirty="0">
              <a:solidFill>
                <a:srgbClr val="002C42"/>
              </a:solidFill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  <a:buNone/>
            </a:pPr>
            <a:endParaRPr lang="zh-CN" altLang="en-US" sz="1000" b="1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buFont typeface="Arial" panose="020B0604020202090204" pitchFamily="34" charset="0"/>
              <a:buNone/>
            </a:pPr>
            <a:endParaRPr lang="zh-CN" altLang="en-US" sz="800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6174105" y="4609148"/>
            <a:ext cx="1025525" cy="0"/>
          </a:xfrm>
          <a:prstGeom prst="line">
            <a:avLst/>
          </a:prstGeom>
          <a:solidFill>
            <a:srgbClr val="7FB1AC"/>
          </a:solidFill>
          <a:ln w="6350">
            <a:solidFill>
              <a:srgbClr val="7FB1AC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7326630" y="4251960"/>
            <a:ext cx="2886075" cy="1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7FB1A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r>
              <a:rPr lang="en-US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 </a:t>
            </a:r>
            <a:r>
              <a:rPr lang="zh-CN" altLang="en-US" sz="1800" dirty="0">
                <a:solidFill>
                  <a:srgbClr val="002C42"/>
                </a:solidFill>
                <a:ea typeface="等线" panose="02010600030101010101" pitchFamily="2" charset="-122"/>
                <a:sym typeface="+mn-ea"/>
              </a:rPr>
              <a:t>告诉招聘方你很重视这个工作机会（必须有针对性地写简历）</a:t>
            </a:r>
            <a:endParaRPr lang="zh-CN" altLang="en-US" sz="1800" dirty="0">
              <a:solidFill>
                <a:srgbClr val="002C42"/>
              </a:solidFill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90204" pitchFamily="34" charset="0"/>
              <a:buNone/>
            </a:pPr>
            <a:endParaRPr lang="zh-CN" altLang="en-US" sz="1000" b="1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buFont typeface="Arial" panose="020B0604020202090204" pitchFamily="34" charset="0"/>
              <a:buNone/>
            </a:pPr>
            <a:endParaRPr lang="zh-CN" altLang="en-US" sz="800" dirty="0">
              <a:solidFill>
                <a:srgbClr val="B61C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bldLvl="0" animBg="1"/>
      <p:bldP spid="31754" grpId="0" bldLvl="0" animBg="1"/>
      <p:bldP spid="31755" grpId="0" bldLvl="0" animBg="1"/>
      <p:bldP spid="31756" grpId="0" bldLvl="0" animBg="1"/>
      <p:bldP spid="31757" grpId="0" bldLvl="0" animBg="1"/>
      <p:bldP spid="31758" grpId="0" bldLvl="0" animBg="1"/>
      <p:bldP spid="31759" grpId="0" bldLvl="0" animBg="1"/>
      <p:bldP spid="31760" grpId="0" bldLvl="0" animBg="1"/>
      <p:bldP spid="31761" grpId="0" bldLvl="0" animBg="1"/>
      <p:bldP spid="31762" grpId="0" bldLvl="0" animBg="1"/>
      <p:bldP spid="31763" grpId="0" bldLvl="0" animBg="1"/>
      <p:bldP spid="31764" grpId="0" bldLvl="0" animBg="1"/>
      <p:bldP spid="3176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681418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第二步：选择简历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模板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 descr="4071726381994_.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5440" y="1480185"/>
            <a:ext cx="3653155" cy="5165725"/>
          </a:xfrm>
          <a:prstGeom prst="rect">
            <a:avLst/>
          </a:prstGeom>
        </p:spPr>
      </p:pic>
      <p:pic>
        <p:nvPicPr>
          <p:cNvPr id="7" name="图片 6" descr="4081726381994_.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480185"/>
            <a:ext cx="3566160" cy="5165725"/>
          </a:xfrm>
          <a:prstGeom prst="rect">
            <a:avLst/>
          </a:prstGeom>
        </p:spPr>
      </p:pic>
      <p:pic>
        <p:nvPicPr>
          <p:cNvPr id="14" name="图片 13" descr="4091726381994_.p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" y="1480185"/>
            <a:ext cx="3653155" cy="5165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681418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第二步：选择简历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模板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 descr="年薪百万简历模板_00"/>
          <p:cNvPicPr>
            <a:picLocks noChangeAspect="1"/>
          </p:cNvPicPr>
          <p:nvPr/>
        </p:nvPicPr>
        <p:blipFill>
          <a:blip r:embed="rId1"/>
          <a:srcRect t="8319" b="8455"/>
          <a:stretch>
            <a:fillRect/>
          </a:stretch>
        </p:blipFill>
        <p:spPr>
          <a:xfrm>
            <a:off x="1310640" y="1298575"/>
            <a:ext cx="4652645" cy="5478780"/>
          </a:xfrm>
          <a:prstGeom prst="rect">
            <a:avLst/>
          </a:prstGeom>
        </p:spPr>
      </p:pic>
      <p:pic>
        <p:nvPicPr>
          <p:cNvPr id="7" name="图片 6" descr="年薪百万简历模板_01"/>
          <p:cNvPicPr>
            <a:picLocks noChangeAspect="1"/>
          </p:cNvPicPr>
          <p:nvPr/>
        </p:nvPicPr>
        <p:blipFill>
          <a:blip r:embed="rId2"/>
          <a:srcRect t="11265" b="25848"/>
          <a:stretch>
            <a:fillRect/>
          </a:stretch>
        </p:blipFill>
        <p:spPr>
          <a:xfrm>
            <a:off x="5973445" y="1179830"/>
            <a:ext cx="5498465" cy="4890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345805" cy="119888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（针对岗位的</a:t>
            </a:r>
            <a:r>
              <a:rPr lang="en-US" altLang="zh-CN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KSA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35417" y="2446272"/>
            <a:ext cx="1753299" cy="2718184"/>
          </a:xfrm>
          <a:prstGeom prst="rect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做成一件事的知识技能总和叫能力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41053" y="2446271"/>
            <a:ext cx="4387443" cy="8118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这个领域的专业知识、概念、做事的流程。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它是通过记忆学习而来，比如课本的专业知识、概念。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41053" y="3399438"/>
            <a:ext cx="4387443" cy="811851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技能：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我们能熟练操作和完成的一系列动作。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它是通过训练而来的，比如打字、写作、口语、信息搜集。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41053" y="4352604"/>
            <a:ext cx="4387443" cy="811851"/>
          </a:xfrm>
          <a:prstGeom prst="rect">
            <a:avLst/>
          </a:prstGeom>
          <a:solidFill>
            <a:srgbClr val="2B72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才干（综合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能力）：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我们通过大量练习，内化到无意识使用的一些技能、品质、特质。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它是由先天天赋和后天大量练习的混合，从技能内化而成，比如幽默、直觉、乐观。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75846" y="2446270"/>
            <a:ext cx="1537683" cy="8118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成绩、排名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75846" y="3395561"/>
            <a:ext cx="1537683" cy="811851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作品、竞赛、活动经历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75846" y="4352604"/>
            <a:ext cx="1537683" cy="811851"/>
          </a:xfrm>
          <a:prstGeom prst="rect">
            <a:avLst/>
          </a:prstGeom>
          <a:solidFill>
            <a:srgbClr val="2B72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高质量的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实习经历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箭头: 右 2"/>
          <p:cNvSpPr/>
          <p:nvPr/>
        </p:nvSpPr>
        <p:spPr>
          <a:xfrm>
            <a:off x="8042118" y="3395561"/>
            <a:ext cx="285225" cy="705438"/>
          </a:xfrm>
          <a:prstGeom prst="rightArrow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78560" y="1575435"/>
            <a:ext cx="6649720" cy="3397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2C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针对企业岗位</a:t>
            </a:r>
            <a:r>
              <a:rPr lang="zh-CN" altLang="en-US" b="1" dirty="0">
                <a:solidFill>
                  <a:srgbClr val="002C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的要求列举个人</a:t>
            </a:r>
            <a:r>
              <a:rPr lang="en-US" altLang="zh-CN" b="1" dirty="0">
                <a:solidFill>
                  <a:srgbClr val="002C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KSA </a:t>
            </a:r>
            <a:r>
              <a:rPr lang="zh-CN" altLang="en-US" b="1" dirty="0">
                <a:solidFill>
                  <a:srgbClr val="002C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002C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Knowledge/Skill/Ability</a:t>
            </a:r>
            <a:r>
              <a:rPr lang="zh-CN" altLang="en-US" b="1" dirty="0">
                <a:solidFill>
                  <a:srgbClr val="002C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6" grpId="0" bldLvl="0" animBg="1"/>
      <p:bldP spid="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第三步：有针对性地填写简历内容（针对岗位的</a:t>
            </a:r>
            <a:r>
              <a:rPr lang="en-US" altLang="zh-CN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KSA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/>
        </p:nvSpPr>
        <p:spPr>
          <a:xfrm>
            <a:off x="982345" y="1964690"/>
            <a:ext cx="10930255" cy="354139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rtlCol="0" anchor="t" anchorCtr="0" compatLnSpc="1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BBE0E3"/>
              </a:buClr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简历与考试一样，</a:t>
            </a:r>
            <a:r>
              <a:rPr lang="zh-CN" altLang="en-US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本质上是一种筛选机制。</a:t>
            </a:r>
            <a:r>
              <a:rPr lang="zh-CN" altLang="en-US" sz="1600" b="1" dirty="0">
                <a:solidFill>
                  <a:srgbClr val="F8F8F8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有的简历在面试官还没打开时已经输了。</a:t>
            </a:r>
            <a:endParaRPr lang="zh-CN" altLang="en-US" sz="1600" b="1" dirty="0">
              <a:solidFill>
                <a:srgbClr val="F8F8F8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Clr>
                <a:srgbClr val="BBE0E3"/>
              </a:buClr>
            </a:pPr>
            <a:r>
              <a:rPr lang="zh-CN" altLang="en-US" sz="1800" b="1" dirty="0">
                <a:solidFill>
                  <a:srgbClr val="F8F8F8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这与学生自己对学历的认知无关，与学生自己认为是否正确、是否公平无关，只和</a:t>
            </a:r>
            <a:r>
              <a:rPr lang="zh-CN" altLang="en-US" sz="2400" b="1" dirty="0">
                <a:solidFill>
                  <a:srgbClr val="D43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市场供需</a:t>
            </a:r>
            <a:r>
              <a:rPr lang="zh-CN" altLang="en-US" sz="1800" b="1" dirty="0">
                <a:solidFill>
                  <a:srgbClr val="F8F8F8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状况有关，与</a:t>
            </a:r>
            <a:r>
              <a:rPr lang="zh-CN" altLang="en-US" sz="2400" b="1" dirty="0">
                <a:solidFill>
                  <a:srgbClr val="D43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筛选效率</a:t>
            </a:r>
            <a:r>
              <a:rPr lang="zh-CN" altLang="en-US" sz="1800" b="1" dirty="0">
                <a:solidFill>
                  <a:srgbClr val="F8F8F8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有关。</a:t>
            </a:r>
            <a:endParaRPr lang="en-US" altLang="zh-CN" sz="1800" b="1" dirty="0">
              <a:solidFill>
                <a:srgbClr val="F8F8F8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Clr>
                <a:srgbClr val="BBE0E3"/>
              </a:buClr>
            </a:pPr>
            <a:endParaRPr lang="en-US" altLang="zh-CN" sz="1600" b="1" dirty="0">
              <a:solidFill>
                <a:srgbClr val="F8F8F8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Clr>
                <a:srgbClr val="BBE0E3"/>
              </a:buClr>
            </a:pPr>
            <a:r>
              <a:rPr lang="zh-CN" altLang="en-US" sz="1600" b="1" dirty="0">
                <a:solidFill>
                  <a:srgbClr val="F8F8F8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</a:t>
            </a:r>
            <a:r>
              <a:rPr lang="zh-CN" altLang="en-US" sz="24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简历编写</a:t>
            </a:r>
            <a:r>
              <a:rPr lang="zh-CN" altLang="en-US" sz="1600" b="1" dirty="0">
                <a:solidFill>
                  <a:srgbClr val="F8F8F8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4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两大核心原则</a:t>
            </a:r>
            <a:r>
              <a:rPr lang="zh-CN" altLang="en-US" sz="1600" b="1" dirty="0">
                <a:solidFill>
                  <a:srgbClr val="F8F8F8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>
              <a:solidFill>
                <a:srgbClr val="F8F8F8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BBE0E3"/>
              </a:buClr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第一，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3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3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降低阅读难度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D43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BBE0E3"/>
              </a:buClr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第二，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3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展现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3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有效价值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3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3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D43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buClr>
                <a:srgbClr val="BBE0E3"/>
              </a:buClr>
            </a:pPr>
            <a:endParaRPr lang="en-US" altLang="zh-CN" sz="1600" b="1" dirty="0">
              <a:solidFill>
                <a:srgbClr val="F8F8F8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Clr>
                <a:srgbClr val="BBE0E3"/>
              </a:buClr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D43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Rectangle 4"/>
          <p:cNvSpPr/>
          <p:nvPr/>
        </p:nvSpPr>
        <p:spPr>
          <a:xfrm>
            <a:off x="4238670" y="1976779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个人信息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5"/>
          <p:cNvSpPr/>
          <p:nvPr/>
        </p:nvSpPr>
        <p:spPr>
          <a:xfrm>
            <a:off x="4238670" y="2415385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求职意向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9"/>
          <p:cNvSpPr/>
          <p:nvPr/>
        </p:nvSpPr>
        <p:spPr>
          <a:xfrm>
            <a:off x="4238670" y="2850362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教育背景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10"/>
          <p:cNvSpPr/>
          <p:nvPr/>
        </p:nvSpPr>
        <p:spPr>
          <a:xfrm>
            <a:off x="4238670" y="3446337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工作实习经历</a:t>
            </a:r>
            <a:r>
              <a:rPr lang="en-US" altLang="zh-CN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11"/>
          <p:cNvSpPr/>
          <p:nvPr/>
        </p:nvSpPr>
        <p:spPr>
          <a:xfrm>
            <a:off x="4238670" y="3884943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校园实践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12"/>
          <p:cNvSpPr/>
          <p:nvPr/>
        </p:nvSpPr>
        <p:spPr>
          <a:xfrm>
            <a:off x="4238670" y="4323549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英语、计算机及其他专业技能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13"/>
          <p:cNvSpPr/>
          <p:nvPr/>
        </p:nvSpPr>
        <p:spPr>
          <a:xfrm>
            <a:off x="4238670" y="4849246"/>
            <a:ext cx="3733800" cy="381932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奖励情况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219153" y="1264404"/>
            <a:ext cx="143491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内容构成</a:t>
            </a:r>
            <a:endParaRPr lang="zh-CN" altLang="en-US" sz="24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>
            <a:off x="8789215" y="2024187"/>
            <a:ext cx="0" cy="3709383"/>
          </a:xfrm>
          <a:prstGeom prst="straightConnector1">
            <a:avLst/>
          </a:prstGeom>
          <a:noFill/>
          <a:ln w="57150" cap="flat" cmpd="sng" algn="ctr">
            <a:solidFill>
              <a:srgbClr val="D43E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文本框 67"/>
          <p:cNvSpPr txBox="1"/>
          <p:nvPr/>
        </p:nvSpPr>
        <p:spPr>
          <a:xfrm>
            <a:off x="9009605" y="3575549"/>
            <a:ext cx="1723549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重要性排序</a:t>
            </a:r>
            <a:endParaRPr lang="zh-CN" altLang="en-US" sz="24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13"/>
          <p:cNvSpPr/>
          <p:nvPr/>
        </p:nvSpPr>
        <p:spPr>
          <a:xfrm>
            <a:off x="4238670" y="5302893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兴趣爱好（视情况）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844769" y="1976778"/>
            <a:ext cx="1177642" cy="1233629"/>
          </a:xfrm>
          <a:prstGeom prst="rect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基础信息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843217" y="3419339"/>
            <a:ext cx="1177642" cy="1535431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核心内容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843217" y="5190206"/>
            <a:ext cx="1177642" cy="472732"/>
          </a:xfrm>
          <a:prstGeom prst="rect">
            <a:avLst/>
          </a:prstGeom>
          <a:solidFill>
            <a:srgbClr val="70AD47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补充说明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2666721" y="1937023"/>
            <a:ext cx="5526139" cy="1327379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666722" y="3373681"/>
            <a:ext cx="5526138" cy="1633501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666722" y="5109880"/>
            <a:ext cx="5526132" cy="641515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/>
      <p:bldP spid="68" grpId="0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4" grpId="0" bldLvl="0" animBg="1"/>
      <p:bldP spid="7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Rectangle 3"/>
          <p:cNvSpPr>
            <a:spLocks noGrp="1"/>
          </p:cNvSpPr>
          <p:nvPr/>
        </p:nvSpPr>
        <p:spPr>
          <a:xfrm>
            <a:off x="2562860" y="1849755"/>
            <a:ext cx="7833995" cy="22320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en-US" altLang="zh-CN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、必备信息： </a:t>
            </a:r>
            <a:r>
              <a:rPr lang="zh-CN" altLang="en-US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姓名、联系方式（手机、</a:t>
            </a:r>
            <a:r>
              <a:rPr lang="en-US" altLang="zh-CN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r>
              <a:rPr lang="zh-CN" altLang="en-US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en-US" altLang="zh-CN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注：手机号码应采用</a:t>
            </a:r>
            <a:r>
              <a:rPr lang="en-US" altLang="zh-CN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3-4-4</a:t>
            </a:r>
            <a:r>
              <a:rPr lang="zh-CN" altLang="en-US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国际惯例 </a:t>
            </a:r>
            <a:r>
              <a:rPr lang="en-US" altLang="zh-CN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182 1234 1234</a:t>
            </a:r>
            <a:endParaRPr lang="en-US" altLang="zh-CN" sz="18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en-US" altLang="zh-CN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</a:t>
            </a:r>
            <a:r>
              <a:rPr lang="en-US" altLang="zh-CN" sz="1800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r>
              <a:rPr lang="zh-CN" altLang="en-US" sz="1800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应该避免下划线</a:t>
            </a:r>
            <a:endParaRPr lang="zh-CN" altLang="en-US" sz="18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en-US" altLang="zh-CN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b="1" i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可选信息：</a:t>
            </a:r>
            <a:r>
              <a:rPr lang="zh-CN" altLang="en-US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性别、年龄、籍贯</a:t>
            </a:r>
            <a:endParaRPr lang="en-US" altLang="zh-CN" sz="18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en-US" altLang="zh-CN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b="1" i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可不选信息：</a:t>
            </a:r>
            <a:r>
              <a:rPr lang="en-US" altLang="zh-CN" sz="1800" b="1" i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政治面貌、民族</a:t>
            </a:r>
            <a:endParaRPr lang="en-US" altLang="zh-CN" sz="18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endParaRPr lang="zh-CN" altLang="en-US" sz="18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endParaRPr lang="zh-CN" altLang="en-US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/>
          <p:nvPr/>
        </p:nvSpPr>
        <p:spPr>
          <a:xfrm>
            <a:off x="3956384" y="1368591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一、个人信息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/>
          <p:cNvSpPr/>
          <p:nvPr/>
        </p:nvSpPr>
        <p:spPr>
          <a:xfrm>
            <a:off x="3956384" y="4469857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二、求职意向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3"/>
          <p:cNvSpPr>
            <a:spLocks noGrp="1"/>
          </p:cNvSpPr>
          <p:nvPr/>
        </p:nvSpPr>
        <p:spPr>
          <a:xfrm>
            <a:off x="2562758" y="5029296"/>
            <a:ext cx="7170569" cy="376859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根据岗位招聘需求填写</a:t>
            </a:r>
            <a:endParaRPr lang="zh-CN" altLang="en-US" sz="1800" b="1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endParaRPr lang="zh-CN" altLang="en-US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2663963" y="2075832"/>
            <a:ext cx="6915150" cy="208120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rtlCol="0" anchor="t" anchorCtr="0" compatLnSpc="1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采取</a:t>
            </a:r>
            <a:r>
              <a:rPr lang="zh-CN" altLang="en-US" sz="18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倒序法</a:t>
            </a:r>
            <a:r>
              <a:rPr lang="zh-CN" altLang="en-US" sz="1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，把最近的学历写在最前面，高中、初中求学经历不用写，除非在该阶段有重大赛事的获奖经历，例如全国奥林匹克数学比赛一等奖。</a:t>
            </a:r>
            <a:endParaRPr lang="zh-CN" altLang="en-US" sz="1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如果专业成绩不错，排名也不错，记得写出</a:t>
            </a:r>
            <a:r>
              <a:rPr lang="en-US" altLang="zh-CN" sz="1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</a:t>
            </a:r>
            <a:r>
              <a:rPr lang="zh-CN" altLang="en-US" sz="1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和排名。</a:t>
            </a:r>
            <a:endParaRPr lang="zh-CN" altLang="en-US" sz="1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如果有交换生经历，也要写出来，至少表明你的英文水平不错。</a:t>
            </a:r>
            <a:endParaRPr lang="zh-CN" altLang="en-US" sz="18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942" y="4447908"/>
            <a:ext cx="9677828" cy="1719614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8" name="Rectangle 9"/>
          <p:cNvSpPr/>
          <p:nvPr/>
        </p:nvSpPr>
        <p:spPr>
          <a:xfrm>
            <a:off x="3956384" y="1424917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三、教育背景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/>
        </p:nvSpPr>
        <p:spPr>
          <a:xfrm>
            <a:off x="2042015" y="5192332"/>
            <a:ext cx="8229600" cy="30321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rtlCol="0" anchor="t" anchorCtr="0" compatLnSpc="1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60000"/>
              </a:lnSpc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请点评这部分内容，你认为好还是不好，好在哪里？不好在什么地方？</a:t>
            </a:r>
            <a:endParaRPr lang="zh-CN" altLang="en-US" sz="18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636" y="2699888"/>
            <a:ext cx="8789101" cy="2325887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7" name="Rectangle 10"/>
          <p:cNvSpPr/>
          <p:nvPr/>
        </p:nvSpPr>
        <p:spPr>
          <a:xfrm>
            <a:off x="4229100" y="1472181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四、工作实习经历</a:t>
            </a:r>
            <a:r>
              <a:rPr lang="en-US" altLang="zh-CN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/>
        </p:nvSpPr>
        <p:spPr>
          <a:xfrm>
            <a:off x="2042015" y="2020312"/>
            <a:ext cx="3384136" cy="491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2pPr>
            <a:lvl3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3pPr>
            <a:lvl4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4pPr>
            <a:lvl5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5pPr>
            <a:lvl6pPr marL="4572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6pPr>
            <a:lvl7pPr marL="9144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7pPr>
            <a:lvl8pPr marL="13716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8pPr>
            <a:lvl9pPr marL="18288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应聘市场专员：案例</a:t>
            </a:r>
            <a:r>
              <a:rPr lang="en-US" altLang="zh-CN" sz="20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/>
        </p:nvSpPr>
        <p:spPr>
          <a:xfrm>
            <a:off x="1982750" y="5192332"/>
            <a:ext cx="8229600" cy="30321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rtlCol="0" anchor="t" anchorCtr="0" compatLnSpc="1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60000"/>
              </a:lnSpc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请点评这部分内容，你认为好还是不好，好在哪里？不好在什么地方？</a:t>
            </a:r>
            <a:endParaRPr lang="zh-CN" altLang="en-US" sz="18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0"/>
          <p:cNvSpPr/>
          <p:nvPr/>
        </p:nvSpPr>
        <p:spPr>
          <a:xfrm>
            <a:off x="4169835" y="1472181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四、工作实习经历</a:t>
            </a:r>
            <a:r>
              <a:rPr lang="en-US" altLang="zh-CN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/>
        </p:nvSpPr>
        <p:spPr>
          <a:xfrm>
            <a:off x="1982750" y="2020312"/>
            <a:ext cx="3384136" cy="491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2pPr>
            <a:lvl3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3pPr>
            <a:lvl4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4pPr>
            <a:lvl5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5pPr>
            <a:lvl6pPr marL="4572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6pPr>
            <a:lvl7pPr marL="9144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7pPr>
            <a:lvl8pPr marL="13716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8pPr>
            <a:lvl9pPr marL="18288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应聘市场专员：案例</a:t>
            </a:r>
            <a:r>
              <a:rPr lang="en-US" altLang="zh-CN" sz="20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457" y="2511802"/>
            <a:ext cx="8441793" cy="2445209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1279459" y="2333303"/>
            <a:ext cx="10161657" cy="367497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820"/>
              </a:lnSpc>
              <a:buClr>
                <a:srgbClr val="D43E00"/>
              </a:buClr>
              <a:buFont typeface="Wingdings" panose="05000000000000000000" pitchFamily="2" charset="2"/>
              <a:buChar char="n"/>
            </a:pP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的结构来描述：</a:t>
            </a:r>
            <a:r>
              <a:rPr lang="en-US" altLang="zh-CN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Problem</a:t>
            </a: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2820"/>
              </a:lnSpc>
              <a:buClr>
                <a:srgbClr val="D43E00"/>
              </a:buClr>
              <a:buNone/>
            </a:pPr>
            <a:endParaRPr lang="zh-CN" altLang="en-US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2820"/>
              </a:lnSpc>
              <a:buClr>
                <a:srgbClr val="D43E00"/>
              </a:buClr>
              <a:buFont typeface="Wingdings" panose="05000000000000000000" pitchFamily="2" charset="2"/>
              <a:buChar char="n"/>
            </a:pP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切记要写清楚</a:t>
            </a: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实习的时间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和实习</a:t>
            </a: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单位的名称及部门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，表明实习的</a:t>
            </a:r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真实性</a:t>
            </a: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2820"/>
              </a:lnSpc>
              <a:buClr>
                <a:srgbClr val="D43E00"/>
              </a:buClr>
              <a:buNone/>
            </a:pPr>
            <a:endParaRPr lang="en-US" altLang="zh-CN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2820"/>
              </a:lnSpc>
              <a:buClr>
                <a:srgbClr val="D43E00"/>
              </a:buClr>
              <a:buFont typeface="Wingdings" panose="05000000000000000000" pitchFamily="2" charset="2"/>
              <a:buChar char="n"/>
            </a:pP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用专业术语书写，使用数字等量化指标来描述。</a:t>
            </a:r>
            <a:endParaRPr lang="en-US" altLang="zh-CN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2820"/>
              </a:lnSpc>
              <a:buClr>
                <a:srgbClr val="D43E00"/>
              </a:buClr>
              <a:buFont typeface="Wingdings" panose="05000000000000000000" pitchFamily="2" charset="2"/>
              <a:buChar char="n"/>
            </a:pPr>
            <a:endParaRPr lang="en-US" altLang="zh-CN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2820"/>
              </a:lnSpc>
              <a:buClr>
                <a:srgbClr val="D43E00"/>
              </a:buClr>
              <a:buFont typeface="Wingdings" panose="05000000000000000000" pitchFamily="2" charset="2"/>
              <a:buChar char="n"/>
            </a:pPr>
            <a:r>
              <a:rPr lang="zh-CN" altLang="en-US" sz="1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只写与职位相关经历，无关的不写。</a:t>
            </a:r>
            <a:endParaRPr lang="zh-CN" altLang="en-US" sz="1800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/>
        </p:nvSpPr>
        <p:spPr>
          <a:xfrm>
            <a:off x="650910" y="1367028"/>
            <a:ext cx="8229601" cy="491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2pPr>
            <a:lvl3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3pPr>
            <a:lvl4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4pPr>
            <a:lvl5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5pPr>
            <a:lvl6pPr marL="4572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6pPr>
            <a:lvl7pPr marL="9144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7pPr>
            <a:lvl8pPr marL="13716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8pPr>
            <a:lvl9pPr marL="18288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9pPr>
          </a:lstStyle>
          <a:p>
            <a:pPr lvl="0" algn="l" eaLnBrk="1" hangingPunct="1"/>
            <a:r>
              <a:rPr lang="zh-CN" altLang="en-US" sz="1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小结：工作实习经历的编写</a:t>
            </a:r>
            <a:endParaRPr lang="zh-CN" altLang="en-US" sz="18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01685" y="2558224"/>
            <a:ext cx="8049531" cy="3695068"/>
            <a:chOff x="1994080" y="3072708"/>
            <a:chExt cx="6781800" cy="2971800"/>
          </a:xfrm>
        </p:grpSpPr>
        <p:pic>
          <p:nvPicPr>
            <p:cNvPr id="6" name="Pictur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94080" y="3072708"/>
              <a:ext cx="6781800" cy="1000125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pic>
          <p:nvPicPr>
            <p:cNvPr id="8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4080" y="4072833"/>
              <a:ext cx="6781800" cy="1971675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</p:grpSp>
      <p:sp>
        <p:nvSpPr>
          <p:cNvPr id="9" name="Rectangle 10"/>
          <p:cNvSpPr/>
          <p:nvPr/>
        </p:nvSpPr>
        <p:spPr>
          <a:xfrm>
            <a:off x="3641329" y="1438625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五、校园实践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00120" y="1994058"/>
            <a:ext cx="825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社会实践主要是针对在校生从事的相关校园社团活动，写法与工作实习经历类似</a:t>
            </a:r>
            <a:endParaRPr lang="zh-CN" altLang="en-US" dirty="0">
              <a:solidFill>
                <a:srgbClr val="D43E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3755192" y="1442129"/>
            <a:ext cx="3733800" cy="360045"/>
          </a:xfrm>
          <a:prstGeom prst="rect">
            <a:avLst/>
          </a:prstGeom>
          <a:solidFill>
            <a:srgbClr val="3ABF9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defTabSz="457200" eaLnBrk="1" hangingPunct="1">
              <a:spcBef>
                <a:spcPct val="0"/>
              </a:spcBef>
              <a:buClr>
                <a:srgbClr val="000000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六、奖励情况</a:t>
            </a:r>
            <a:endParaRPr lang="zh-CN" altLang="en-US" sz="1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50876" y="2833380"/>
            <a:ext cx="2980326" cy="2585323"/>
          </a:xfrm>
          <a:prstGeom prst="rect">
            <a:avLst/>
          </a:prstGeom>
          <a:solidFill>
            <a:srgbClr val="D43E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2009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 十大校园歌手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2010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 二等奖学金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2010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 优秀团干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2011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 二等奖学金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2012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 优秀学生干部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667733" y="2833381"/>
            <a:ext cx="5121324" cy="2585323"/>
          </a:xfrm>
          <a:prstGeom prst="rect">
            <a:avLst/>
          </a:prstGeom>
          <a:solidFill>
            <a:srgbClr val="A1BB25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学术类：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XXX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大学二等奖学金（前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5%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）两次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社团类：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大学优秀团干        （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2010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年）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XXX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大学优秀学生干部 （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2012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年）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文艺类：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XXX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大学十大校园歌手 （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2009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年）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Rectangle 3"/>
          <p:cNvSpPr>
            <a:spLocks noGrp="1"/>
          </p:cNvSpPr>
          <p:nvPr/>
        </p:nvSpPr>
        <p:spPr>
          <a:xfrm>
            <a:off x="1250877" y="2307772"/>
            <a:ext cx="2504316" cy="376859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写法一：</a:t>
            </a:r>
            <a:r>
              <a:rPr lang="zh-CN" altLang="en-US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endParaRPr lang="zh-CN" altLang="en-US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3"/>
          <p:cNvSpPr>
            <a:spLocks noGrp="1"/>
          </p:cNvSpPr>
          <p:nvPr/>
        </p:nvSpPr>
        <p:spPr>
          <a:xfrm>
            <a:off x="6667733" y="2307771"/>
            <a:ext cx="2504316" cy="376859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5B9BD5"/>
              </a:buClr>
              <a:buFont typeface="Arial" panose="020B0604020202090204" pitchFamily="34" charset="0"/>
              <a:buNone/>
            </a:pPr>
            <a:r>
              <a:rPr lang="zh-CN" altLang="en-US" sz="1800" b="1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写法二：</a:t>
            </a:r>
            <a:r>
              <a:rPr lang="zh-CN" altLang="en-US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endParaRPr lang="zh-CN" altLang="en-US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第三步：有针对性地填写简历内容（写作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指导）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形 4" descr="头上的大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326" y="1883361"/>
            <a:ext cx="3451225" cy="3451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00433" y="2413337"/>
            <a:ext cx="58179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思考：</a:t>
            </a:r>
            <a:r>
              <a:rPr lang="zh-CN" altLang="en-US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要不要写兴趣爱好、自我评价、自荐信？</a:t>
            </a:r>
            <a:endParaRPr lang="en-US" altLang="zh-CN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i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（提示：这是一道送命题）</a:t>
            </a:r>
            <a:endParaRPr lang="en-US" altLang="zh-CN" b="1" i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第四步：美化修改，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避免雷区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/>
        </p:nvSpPr>
        <p:spPr>
          <a:xfrm>
            <a:off x="1711660" y="2059186"/>
            <a:ext cx="7041544" cy="11449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2pPr>
            <a:lvl3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3pPr>
            <a:lvl4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4pPr>
            <a:lvl5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5pPr>
            <a:lvl6pPr marL="4572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6pPr>
            <a:lvl7pPr marL="9144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7pPr>
            <a:lvl8pPr marL="13716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8pPr>
            <a:lvl9pPr marL="18288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9pPr>
          </a:lstStyle>
          <a:p>
            <a:pPr lvl="0" algn="l" eaLnBrk="1" hangingPunct="1"/>
            <a:r>
              <a:rPr lang="zh-CN" altLang="en-US" sz="28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总则：</a:t>
            </a:r>
            <a:r>
              <a:rPr lang="zh-CN" altLang="en-US" sz="2800" b="1" dirty="0">
                <a:solidFill>
                  <a:srgbClr val="3ABF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简单、对称、阅读友好、重点突出</a:t>
            </a:r>
            <a:endParaRPr lang="zh-CN" altLang="en-US" b="1" dirty="0">
              <a:solidFill>
                <a:srgbClr val="3ABF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1071125" y="3305427"/>
            <a:ext cx="4284622" cy="281317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内容简单扼要、语言精练。</a:t>
            </a:r>
            <a:endParaRPr lang="zh-CN" altLang="en-US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使用专业术语。</a:t>
            </a:r>
            <a:endParaRPr lang="en-US" altLang="zh-CN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避免错别字。</a:t>
            </a:r>
            <a:endParaRPr lang="zh-CN" altLang="en-US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一般简历</a:t>
            </a: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页为限，最多不超</a:t>
            </a: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页。</a:t>
            </a:r>
            <a:endParaRPr lang="zh-CN" altLang="en-US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>
            <a:spLocks noGrp="1"/>
          </p:cNvSpPr>
          <p:nvPr/>
        </p:nvSpPr>
        <p:spPr>
          <a:xfrm>
            <a:off x="5349452" y="3305427"/>
            <a:ext cx="6238565" cy="255746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排版</a:t>
            </a:r>
            <a:endParaRPr lang="en-US" altLang="zh-CN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坚持对称、对齐原则。</a:t>
            </a:r>
            <a:endParaRPr lang="en-US" altLang="zh-CN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配色简洁、柔和，不用噪色（大红、大黑、黑白）。</a:t>
            </a:r>
            <a:endParaRPr lang="en-US" altLang="zh-CN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勿使用卡通款简历。</a:t>
            </a:r>
            <a:endParaRPr lang="en-US" altLang="zh-CN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800" b="1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如有照片，自己打印时务必彩色打印，避免变成“遗照”。</a:t>
            </a:r>
            <a:endParaRPr lang="zh-CN" altLang="en-US" sz="1800" b="1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第四步：美化修改，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避免雷区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图片 1" descr="图形用户界面, 文本, 应用程序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0" y="2539365"/>
            <a:ext cx="6193155" cy="3023235"/>
          </a:xfrm>
          <a:prstGeom prst="rect">
            <a:avLst/>
          </a:prstGeom>
        </p:spPr>
      </p:pic>
      <p:sp>
        <p:nvSpPr>
          <p:cNvPr id="3" name="Rectangle 3"/>
          <p:cNvSpPr>
            <a:spLocks noGrp="1"/>
          </p:cNvSpPr>
          <p:nvPr/>
        </p:nvSpPr>
        <p:spPr>
          <a:xfrm>
            <a:off x="7602855" y="2539365"/>
            <a:ext cx="3965575" cy="311721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/>
          <a:lstStyle>
            <a:lvl1pPr marL="228600" indent="-228600" algn="l" defTabSz="685800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charset="0"/>
              <a:buChar char=""/>
            </a:pP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用私人邮箱发送时，一定要做到主题鲜明（一般是“简历：应聘职位</a:t>
            </a:r>
            <a:r>
              <a:rPr lang="en-US" altLang="zh-CN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</a:t>
            </a:r>
            <a:r>
              <a:rPr lang="en-US" altLang="zh-CN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</a:t>
            </a:r>
            <a:r>
              <a:rPr lang="en-US" altLang="zh-CN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毕业年份</a:t>
            </a:r>
            <a:r>
              <a:rPr lang="en-US" altLang="zh-CN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姓名”）。</a:t>
            </a:r>
            <a:endParaRPr lang="en-US" altLang="zh-CN" sz="1800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charset="0"/>
              <a:buChar char=""/>
            </a:pP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附件中的简历务必使用</a:t>
            </a:r>
            <a:r>
              <a:rPr lang="en-US" altLang="zh-CN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格式，切不可使用压缩包。</a:t>
            </a:r>
            <a:endParaRPr lang="en-US" altLang="zh-CN" sz="1800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charset="0"/>
              <a:buChar char=""/>
            </a:pPr>
            <a:r>
              <a:rPr lang="zh-CN" altLang="en-US" sz="1800" dirty="0">
                <a:solidFill>
                  <a:srgbClr val="0D08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不要把简历只作为附件发出去。</a:t>
            </a:r>
            <a:endParaRPr lang="zh-CN" altLang="en-US" sz="1800" dirty="0">
              <a:solidFill>
                <a:srgbClr val="0D08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/>
        </p:nvSpPr>
        <p:spPr>
          <a:xfrm>
            <a:off x="1108637" y="1708907"/>
            <a:ext cx="10339884" cy="694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2pPr>
            <a:lvl3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3pPr>
            <a:lvl4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4pPr>
            <a:lvl5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5pPr>
            <a:lvl6pPr marL="4572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6pPr>
            <a:lvl7pPr marL="9144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7pPr>
            <a:lvl8pPr marL="13716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8pPr>
            <a:lvl9pPr marL="1828800" algn="ctr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Rockwell" panose="02060503020205020403" pitchFamily="18" charset="0"/>
              </a:defRPr>
            </a:lvl9pPr>
          </a:lstStyle>
          <a:p>
            <a:pPr lvl="0" algn="l" eaLnBrk="1" hangingPunct="1"/>
            <a:r>
              <a:rPr lang="zh-CN" altLang="en-US" sz="24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最后一关，通过邮件发送简历的要诀：</a:t>
            </a:r>
            <a:endParaRPr lang="zh-CN" altLang="en-US" sz="24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6875" y="692150"/>
            <a:ext cx="8168005" cy="64516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第四步：美化修改，</a:t>
            </a:r>
            <a:r>
              <a:rPr lang="zh-CN" altLang="en-US" sz="24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避免雷区</a:t>
            </a:r>
            <a:endParaRPr lang="zh-CN" altLang="en-US" sz="2400" kern="0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2700000">
            <a:off x="708419" y="695645"/>
            <a:ext cx="590584" cy="590584"/>
          </a:xfrm>
          <a:prstGeom prst="roundRect">
            <a:avLst/>
          </a:prstGeom>
          <a:solidFill>
            <a:srgbClr val="86BAB4"/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圆角矩形 32"/>
          <p:cNvSpPr/>
          <p:nvPr/>
        </p:nvSpPr>
        <p:spPr>
          <a:xfrm rot="2700000">
            <a:off x="579421" y="695645"/>
            <a:ext cx="590584" cy="5905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61663" y="2093320"/>
            <a:ext cx="3967480" cy="566681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针对职位要求准备简历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做定制化修改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61662" y="2752091"/>
            <a:ext cx="3967480" cy="564354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中文简历尽量做成一页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最多不超过两页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1662" y="3409591"/>
            <a:ext cx="3967480" cy="564354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语言精简、正式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61662" y="4066035"/>
            <a:ext cx="3967480" cy="564354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只写与工作要求相关的经历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包括教育经历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15257" y="2093320"/>
            <a:ext cx="3967480" cy="625455"/>
          </a:xfrm>
          <a:prstGeom prst="rect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不要做成通用简历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所有的信息都放在上面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115256" y="2894481"/>
            <a:ext cx="3967480" cy="625456"/>
          </a:xfrm>
          <a:prstGeom prst="rect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不得出现第一页简历结束后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第二页出现全页空白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5256" y="3673811"/>
            <a:ext cx="3967480" cy="625457"/>
          </a:xfrm>
          <a:prstGeom prst="rect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不要写成口语化、对话模式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15256" y="4487616"/>
            <a:ext cx="3967480" cy="620068"/>
          </a:xfrm>
          <a:prstGeom prst="rect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不写民族、身高、体重、中小学教育背景等无关信息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792462" y="1662103"/>
            <a:ext cx="230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要做到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946056" y="1652639"/>
            <a:ext cx="230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要避免</a:t>
            </a:r>
            <a:endParaRPr lang="zh-CN" altLang="en-US" sz="2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29142" y="3539112"/>
            <a:ext cx="2186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5400" b="1" dirty="0">
                <a:solidFill>
                  <a:srgbClr val="D43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endParaRPr lang="zh-CN" altLang="en-US" sz="5400" b="1" dirty="0">
              <a:solidFill>
                <a:srgbClr val="D43E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61662" y="4719883"/>
            <a:ext cx="3967480" cy="564354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使用定量语言描述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成绩、成果、技能、职责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61662" y="5373731"/>
            <a:ext cx="3967480" cy="562027"/>
          </a:xfrm>
          <a:prstGeom prst="rect">
            <a:avLst/>
          </a:prstGeom>
          <a:solidFill>
            <a:srgbClr val="3AB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重点信息要引导对方阅读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加粗、斜体、下划线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115256" y="5282780"/>
            <a:ext cx="3967480" cy="620068"/>
          </a:xfrm>
          <a:prstGeom prst="rect">
            <a:avLst/>
          </a:prstGeom>
          <a:solidFill>
            <a:srgbClr val="D4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例如学校介绍，导师介绍，曾经参加过某项社会实践的背景介绍等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446117" y="675532"/>
            <a:ext cx="767842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defRPr/>
            </a:pP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HR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眼中好简历的共性：“我要的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都有！”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61380" y="1336867"/>
          <a:ext cx="10248406" cy="509016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591223"/>
                <a:gridCol w="7657183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/>
                        <a:t>关注点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200" kern="1200" dirty="0"/>
                        <a:t>重    点</a:t>
                      </a:r>
                      <a:endParaRPr lang="zh-CN" altLang="en-US" sz="2200" kern="1200" dirty="0"/>
                    </a:p>
                  </a:txBody>
                  <a:tcPr/>
                </a:tc>
              </a:tr>
              <a:tr h="6345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针对性、目标性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紧密结合应聘的公司特点、职位要求，尽可能体现自己的</a:t>
                      </a:r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特点，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切记空泛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撰写内容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有效、逻辑性强、无废话、一页</a:t>
                      </a:r>
                      <a:r>
                        <a:rPr lang="en-US" altLang="zh-CN" dirty="0"/>
                        <a:t>A4</a:t>
                      </a:r>
                      <a:r>
                        <a:rPr lang="zh-CN" altLang="en-US" dirty="0"/>
                        <a:t>纸（仅针对应届毕业生）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准确的书面用语、语言清晰、言简意赅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排版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突出重点、美观不花哨，符合视觉浏览习惯</a:t>
                      </a:r>
                      <a:endParaRPr lang="zh-CN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教育背景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从最高学历撰写，依次排序，一致性和连贯性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实习经历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填写与应聘职位要求相关的实践经验或项目经验，展现结果（数字量化）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获奖情况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有含金量的证书、用数字展现结果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个人专业技能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够一定水准（公认的资格）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真实性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不造假，可以优化，优化≠掺假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联系方式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 </a:t>
                      </a:r>
                      <a:r>
                        <a:rPr lang="zh-CN" altLang="en-US" dirty="0"/>
                        <a:t>本人的手机号； </a:t>
                      </a:r>
                      <a:r>
                        <a:rPr lang="en-US" altLang="zh-CN" dirty="0"/>
                        <a:t>2. </a:t>
                      </a:r>
                      <a:r>
                        <a:rPr lang="zh-CN" altLang="en-US" dirty="0"/>
                        <a:t>电子邮箱    （不要留寝室号码）</a:t>
                      </a:r>
                      <a:endParaRPr lang="zh-CN" altLang="en-US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简历文件格式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PDF</a:t>
                      </a:r>
                      <a:endParaRPr lang="en-US" altLang="zh-CN" dirty="0"/>
                    </a:p>
                  </a:txBody>
                  <a:tcPr/>
                </a:tc>
              </a:tr>
              <a:tr h="36260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简历文件命名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应聘职位</a:t>
                      </a:r>
                      <a:r>
                        <a:rPr lang="en-US" altLang="zh-CN" dirty="0"/>
                        <a:t>—</a:t>
                      </a:r>
                      <a:r>
                        <a:rPr lang="zh-CN" altLang="en-US" dirty="0"/>
                        <a:t>姓名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422622" y="675532"/>
            <a:ext cx="767842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defRPr/>
            </a:pP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HR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眼中好简历的共性：“我要的都有！”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60511" y="1777686"/>
          <a:ext cx="10248406" cy="273431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591223"/>
                <a:gridCol w="7657183"/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/>
                        <a:t>关注点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200" kern="1200" dirty="0"/>
                        <a:t>重点</a:t>
                      </a:r>
                      <a:endParaRPr lang="zh-CN" altLang="en-US" sz="2200" kern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求职信</a:t>
                      </a:r>
                      <a:r>
                        <a:rPr lang="en-US" altLang="zh-CN" dirty="0"/>
                        <a:t>OR</a:t>
                      </a:r>
                      <a:r>
                        <a:rPr lang="zh-CN" altLang="en-US" dirty="0"/>
                        <a:t>自荐信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CN" altLang="en-US" dirty="0"/>
                        <a:t>用于内推（加深印象）；</a:t>
                      </a:r>
                      <a:endParaRPr lang="en-US" altLang="zh-CN" dirty="0"/>
                    </a:p>
                    <a:p>
                      <a:pPr marL="0" indent="0">
                        <a:buNone/>
                      </a:pPr>
                      <a:r>
                        <a:rPr lang="en-US" altLang="zh-CN" dirty="0"/>
                        <a:t>2.  </a:t>
                      </a:r>
                      <a:r>
                        <a:rPr lang="zh-CN" altLang="en-US" dirty="0"/>
                        <a:t>不要重复简历内容；</a:t>
                      </a:r>
                      <a:endParaRPr lang="en-US" altLang="zh-CN" dirty="0"/>
                    </a:p>
                    <a:p>
                      <a:pPr marL="0" indent="0">
                        <a:buNone/>
                      </a:pPr>
                      <a:r>
                        <a:rPr lang="en-US" altLang="zh-CN" dirty="0"/>
                        <a:t>3.  </a:t>
                      </a:r>
                      <a:r>
                        <a:rPr lang="zh-CN" altLang="en-US" dirty="0"/>
                        <a:t>觉得自己特别匹配公司价值观，需要单独陈述时可用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自我评价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 </a:t>
                      </a:r>
                      <a:r>
                        <a:rPr lang="zh-CN" altLang="en-US" dirty="0"/>
                        <a:t>是个人能力的概括和总结；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2. </a:t>
                      </a:r>
                      <a:r>
                        <a:rPr lang="zh-CN" altLang="en-US" dirty="0"/>
                        <a:t>如写，需紧密结合求职的意向职位要求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照片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专业证件照  √； 很随意的生活照、 大头照 </a:t>
                      </a:r>
                      <a:r>
                        <a:rPr lang="en-US" altLang="zh-CN" dirty="0"/>
                        <a:t>×</a:t>
                      </a:r>
                      <a:r>
                        <a:rPr lang="zh-CN" altLang="en-US" sz="1800" kern="1200" dirty="0"/>
                        <a:t>；</a:t>
                      </a:r>
                      <a:r>
                        <a:rPr lang="zh-CN" altLang="en-US" dirty="0"/>
                        <a:t> </a:t>
                      </a:r>
                      <a:r>
                        <a:rPr lang="zh-CN" altLang="en-US" sz="1800" kern="1200" dirty="0"/>
                        <a:t>艺术照 （最好别要）</a:t>
                      </a:r>
                      <a:endParaRPr lang="zh-CN" altLang="en-US" sz="1800" kern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多页纸质简历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务必装订整齐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49960" y="4771390"/>
            <a:ext cx="104698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根据招聘</a:t>
            </a:r>
            <a:r>
              <a:rPr lang="en-US" altLang="zh-CN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JD</a:t>
            </a:r>
            <a:r>
              <a:rPr lang="zh-CN" altLang="en-US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撰写简历的目的只有一个：</a:t>
            </a:r>
            <a:endParaRPr lang="zh-CN" altLang="en-US" sz="2800" b="1" dirty="0">
              <a:solidFill>
                <a:srgbClr val="57A6A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让屏幕那头的</a:t>
            </a:r>
            <a:r>
              <a:rPr lang="en-US" altLang="zh-CN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HR</a:t>
            </a:r>
            <a:r>
              <a:rPr lang="zh-CN" altLang="en-US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能清楚地了解到</a:t>
            </a:r>
            <a:r>
              <a:rPr lang="zh-CN" altLang="en-US" sz="2800" b="1" dirty="0">
                <a:solidFill>
                  <a:srgbClr val="57A6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你与岗位的匹配性。</a:t>
            </a:r>
            <a:endParaRPr lang="zh-CN" altLang="en-US" sz="2800" b="1" dirty="0">
              <a:solidFill>
                <a:srgbClr val="57A6A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ISLIDE.DIAGRAM" val="e96635f3-3451-4cbc-972b-1241385e6bc4"/>
</p:tagLst>
</file>

<file path=ppt/tags/tag2.xml><?xml version="1.0" encoding="utf-8"?>
<p:tagLst xmlns:p="http://schemas.openxmlformats.org/presentationml/2006/main">
  <p:tag name="ISLIDE.DIAGRAM" val="e96635f3-3451-4cbc-972b-1241385e6bc4"/>
</p:tagLst>
</file>

<file path=ppt/tags/tag3.xml><?xml version="1.0" encoding="utf-8"?>
<p:tagLst xmlns:p="http://schemas.openxmlformats.org/presentationml/2006/main">
  <p:tag name="ISLIDE.DIAGRAM" val="e96635f3-3451-4cbc-972b-1241385e6bc4"/>
</p:tagLst>
</file>

<file path=ppt/tags/tag4.xml><?xml version="1.0" encoding="utf-8"?>
<p:tagLst xmlns:p="http://schemas.openxmlformats.org/presentationml/2006/main">
  <p:tag name="ISLIDE.DIAGRAM" val="e96635f3-3451-4cbc-972b-1241385e6bc4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46_4*l_h_i*1_2_4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46_4*l_h_i*1_1_4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28046_4*l_h_i*1_4_4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LINE_FORE_SCHEMECOLOR_INDEX" val="8"/>
  <p:tag name="KSO_WM_UNIT_LINE_FILL_TYPE" val="2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28046_4*l_h_i*1_3_4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LINE_FORE_SCHEMECOLOR_INDEX" val="7"/>
  <p:tag name="KSO_WM_UNIT_LINE_FILL_TYPE" val="2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46_4*l_h_i*1_1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46_4*l_h_i*1_2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8046_4*l_h_i*1_4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046_4*l_h_i*1_3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2_2"/>
  <p:tag name="KSO_WM_UNIT_ID" val="diagram20228046_4*l_h_i*1_2_2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1_2"/>
  <p:tag name="KSO_WM_UNIT_ID" val="diagram20228046_4*l_h_i*1_1_2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3_2"/>
  <p:tag name="KSO_WM_UNIT_ID" val="diagram20228046_4*l_h_i*1_3_2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4_2"/>
  <p:tag name="KSO_WM_UNIT_ID" val="diagram20228046_4*l_h_i*1_4_2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SHADOW_SCHEMECOLOR_INDEX" val="13"/>
  <p:tag name="KSO_WM_UNIT_TEXT_FILL_FORE_SCHEMECOLOR_INDEX" val="2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3"/>
  <p:tag name="KSO_WM_UNIT_ID" val="diagram20228046_4*l_h_i*1_2_3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6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3"/>
  <p:tag name="KSO_WM_UNIT_ID" val="diagram20228046_4*l_h_i*1_1_3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3"/>
  <p:tag name="KSO_WM_UNIT_ID" val="diagram20228046_4*l_h_i*1_3_3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7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3"/>
  <p:tag name="KSO_WM_UNIT_ID" val="diagram20228046_4*l_h_i*1_4_3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8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46_4*l_h_a*1_1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3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46_4*l_h_f*1_1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VALUE" val="33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8046_4*l_h_a*1_3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VALUE" val="7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5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046_4*l_h_f*1_3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VALUE" val="33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46_4*l_h_a*1_2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7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46_4*l_h_f*1_2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28046_4*l_h_a*1_4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29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046_4*l_h_f*1_4_1"/>
  <p:tag name="KSO_WM_TEMPLATE_CATEGORY" val="diagram"/>
  <p:tag name="KSO_WM_TEMPLATE_INDEX" val="20228046"/>
  <p:tag name="KSO_WM_UNIT_LAYERLEVEL" val="1_1_1"/>
  <p:tag name="KSO_WM_TAG_VERSION" val="1.0"/>
  <p:tag name="KSO_WM_BEAUTIFY_FLAG" val="#wm#"/>
  <p:tag name="KSO_WM_UNIT_VALUE" val="33"/>
  <p:tag name="KSO_WM_UNIT_TEXT_FILL_FORE_SCHEMECOLOR_INDEX" val="14"/>
  <p:tag name="KSO_WM_UNIT_TEXT_FILL_TYPE" val="1"/>
  <p:tag name="KSO_WM_DIAGRAM_VIRTUALLY_FRAME" val="{&quot;height&quot;:404.3914525305041,&quot;left&quot;:115.5571153814307,&quot;top&quot;:96.55730523081093,&quot;width&quot;:638.5857692371387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0189_3*m_h_i*1_1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9_3*m_h_i*1_2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9_3*m_h_i*1_3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7"/>
  <p:tag name="KSO_WM_UNI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200189_3*m_h_i*1_4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00189_3*m_h_i*1_4_2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00189_3*m_h_i*1_3_2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7"/>
  <p:tag name="KSO_WM_UNIT_FILL_TYPE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0189_3*m_h_i*1_2_2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0189_3*m_h_i*1_1_2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0189_3*m_h_i*1_2_3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00189_3*m_h_i*1_3_3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7"/>
  <p:tag name="KSO_WM_UNI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00189_3*m_h_i*1_4_3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0189_3*m_h_i*1_1_3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0189_3*m_h_i*1_1_4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0189_3*m_h_i*1_2_4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diagram20200189_3*m_h_i*1_3_4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7"/>
  <p:tag name="KSO_WM_UNIT_FILL_TYPE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20200189_3*m_h_i*1_4_4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0189_3*m_h_i*1_1_5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5"/>
  <p:tag name="KSO_WM_UNIT_ID" val="diagram20200189_3*m_h_i*1_4_5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00189_3*m_h_a*1_1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49.xml><?xml version="1.0" encoding="utf-8"?>
<p:tagLst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0189_3*m_h_f*1_1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6"/>
  <p:tag name="KSO_WM_UNIT_ID" val="diagram20200189_3*m_h_i*1_4_6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7"/>
  <p:tag name="KSO_WM_UNIT_ID" val="diagram20200189_3*m_h_i*1_4_7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8"/>
  <p:tag name="KSO_WM_UNIT_FILL_TYPE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5"/>
  <p:tag name="KSO_WM_UNIT_ID" val="diagram20200189_3*m_h_i*1_3_5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7"/>
  <p:tag name="KSO_WM_UNIT_FILL_TYPE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6"/>
  <p:tag name="KSO_WM_UNIT_ID" val="diagram20200189_3*m_h_i*1_3_6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7"/>
  <p:tag name="KSO_WM_UNIT_FILL_TYPE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0189_3*m_h_i*1_2_5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0189_3*m_h_i*1_2_6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6"/>
  <p:tag name="KSO_WM_UNIT_ID" val="diagram20200189_3*m_h_i*1_1_6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7"/>
  <p:tag name="KSO_WM_UNIT_ID" val="diagram20200189_3*m_h_i*1_1_7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00189_3*m_h_a*1_2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59.xml><?xml version="1.0" encoding="utf-8"?>
<p:tagLst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0189_3*m_h_f*1_2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00189_3*m_h_a*1_3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1.xml><?xml version="1.0" encoding="utf-8"?>
<p:tagLst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00189_3*m_h_f*1_3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00189_3*m_h_a*1_4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3.xml><?xml version="1.0" encoding="utf-8"?>
<p:tagLst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00189_3*m_h_f*1_4_1"/>
  <p:tag name="KSO_WM_TEMPLATE_CATEGORY" val="diagram"/>
  <p:tag name="KSO_WM_TEMPLATE_INDEX" val="20200189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4.xml><?xml version="1.0" encoding="utf-8"?>
<p:tagLst xmlns:p="http://schemas.openxmlformats.org/presentationml/2006/main">
  <p:tag name="KSO_WM_UNIT_TABLE_BEAUTIFY" val="smartTable{82470ecb-3e2f-4c06-976d-a3fc97641ffd}"/>
</p:tagLst>
</file>

<file path=ppt/tags/tag65.xml><?xml version="1.0" encoding="utf-8"?>
<p:tagLst xmlns:p="http://schemas.openxmlformats.org/presentationml/2006/main">
  <p:tag name="KSO_WM_UNIT_TABLE_BEAUTIFY" val="smartTable{b6b26e3a-6763-4a88-8d9f-9b0191442823}"/>
</p:tagLst>
</file>

<file path=ppt/tags/tag66.xml><?xml version="1.0" encoding="utf-8"?>
<p:tagLst xmlns:p="http://schemas.openxmlformats.org/presentationml/2006/main">
  <p:tag name="ISPRING_ULTRA_SCORM_COURSE_ID" val="8F73F4E4-F6F8-4FBC-821E-31CA0161945B"/>
  <p:tag name="ISPRING_SCORM_RATE_SLIDES" val="1"/>
  <p:tag name="ISPRINGONLINEFOLDERID" val="0"/>
  <p:tag name="ISPRINGONLINEFOLDERPATH" val="內容清單"/>
  <p:tag name="ISPRINGCLOUDFOLDERID" val="0"/>
  <p:tag name="ISPRINGCLOUDFOLDERPATH" val="函式庫"/>
  <p:tag name="ISPRING_PRESENTATION_TITLE" val="演示文稿1"/>
  <p:tag name="ISPRING_PRESENTER_PHOTO_0" val="png|iVBORw0KGgoAAAANSUhEUgAAAQwAAAAyCAYAAACpi+X6AAAABHNCSVQICAgIfAhkiAAAAAlwSFlz&#10;AABHGAAARxgBc4LeuQAAACV0RVh0U29mdHdhcmUATWFjcm9tZWRpYSBGaXJld29ya3MgTVggMjAw&#10;NId2rM8AAAAWdEVYdENyZWF0aW9uIFRpbWUAMDcvMzAvMTcbpQfcAAADMXByVld4nO2UQVbbQAyG&#10;Z6KpBFI8PQJH6CIH4DZZ9wblGrlMH+s+DsENypJFH+6vsSdAsQmvfZSNvsSOHXlG0i/JPx6+/0xf&#10;05fRucFnvMH5MB5uxgPO+/GwG/eHcb8f97hI42437hLIOGT+PZt/z+dfxTE+5x5/0biO2/Mr9rv0&#10;cs+n3Lr92wn7xbr9+oT9yu1ywv5Kgim9HuBkXw3gYbKvBvBrsq8q1O2XK/b72f55xX4329dK1O1r&#10;Gd52+8Wy/brbVyQ82lcyvDraLxftR/OKhOm/88z9/enn39X/7Qf7v/pY/w//3336YPmDIAiCIPgH&#10;8rvsSo/4raXEQgxvKv3TDGyUaFogKRNZX4CzSjNoWyvs/yv5zkWUTvhXA9VPlki0CrMk47QphViM&#10;uJQNHpPB1KTCkbKwiG5VJOEJNZbK3CJOYoOYecAIy0xVeFG1P4IS7VoUK1QUv00A30t8t2KeR1ZP&#10;Vs5UE7N5nki28FYLQkqM+FwbXCaywfqmS+6Rat6I9TB4vvJs8DWIXnAzBYbLxAXblllmaEyFkXNp&#10;K8RdIUg6GwpbKxieqp6/3yz6r7UOOOocQBmsRZAJKRTUMZM/5KVRG8oUsqEoTSxoXFACr1PrHk+b&#10;spcI19DDfRIqhTS8TVb8T+SuvwzSnGBbqGPwWRDGuWvA7tOYq+vipVXo7j1AWIhiNL00byqKZXIu&#10;sLd2QSu60kvIULcQoAfH5iXGzVAUVZWmGnnyOKrLnNGaUF1dsYokB/i3NgfkDe+z4LqztQpgrWZP&#10;owW/BPLOfIzteCVsirafZPEW5pQ/UQu4Vbv1H/pSIEdp/qbhQaDZdUPxzJsXNSSMQ9Hl9F/I0fsf&#10;y5ENJrG0Jj52D5RsvvxScYP8ffCaTXWWEX2D+GsbjIR3iLQueAs9f1LI527ZGwBDtHVts88/sfVq&#10;FU/MdZe21NUWf0d4raHQNPIGITDMbxOAH8NsI5z8XWSIgdhboKT5pXIUAwvEx7cHxS4NiZd9rpL6&#10;vFJabYCT5KeDQ8/eYtS/qUnz9P/H5X/pNgiCIAiCIAiCIAiCIAiCIAiCIAiCIAiCIAiCIAiCIAiC&#10;IAiCxm9LnZaLwrCmnAAAAEhta0JG+t7K/gAAAAQAAAAAAAAAAAAAAAAAAAAAAAAAAAAAAAAAAAAA&#10;AAAAAAAAAAAAAAAAAAAAAAAAAAAAAAAAAAAAAAAAAAAAAAAAKaQzoQAAHPxta1RTeJztXU9s49h5&#10;ZzY7O2vP/91iW7QXB0Ub9LCz/C+qhwCWZdnekW2NKO94tkEHEiXOKOOxd22PNxOFWTRoDgXazqVZ&#10;JEWaW9uc0p4K5NKeeilQoClaoEDPvfRY9JDc+n3fe6TIJ5IiZVmSXY53/SQ+PvLx933v9/1579Hb&#10;Dypng1pzrT9QvObDnf5A0xVD1dy2t19fcwey95gVj7aq7kA1LW9zq+UODNlrrtvuQLHU+5Yly7Lh&#10;Ne09vEZlAy7l0j+vUa+fDSoN+LW22joZSEtSR3KkJ1JD6kmH8KkvHXhbO9tQsww1h1CjSO9DbV/6&#10;Jpxx4DWrux24dWUVuoWFDb3rWV6lukV32t6GO0EBh9texV6nk+wa1dmbVFTqdLDygIq1HX6B9Rp9&#10;b7bopFqFvtWaVOywg3ajPyibXqXFKlvs6i2b3WSbXY8VW6vYyx3slexVd5X+wIJCxctUdzUqanBQ&#10;hUJlhYaFlwmZX41DRlqRVuHoKXx/Hz4dQNmWTqCmO0vMlHNiplwUZjc4ZhvSMeDyifQM6k6lXio2&#10;OsOml4KNHIuN40SwkVOwcSyGjabmRkfRGTxtBk+bwWMxeCwGj+XZjY/hLh3PtnnZ2AXUjDYc4B+y&#10;AXiPA7gmHYFyHQGMoFqgdOEzw2DChQlN1UhDs50BTUHT0tAUNK093dFJEJpmDIR2o8JqbFaGIX2b&#10;Q1qh8diXHA7oHQ6oDWC6oIsrUhM+vYRj3bGjNhZLxdWnO241Z8Jx2847bpMwuskx2oTjx6Rudag9&#10;vKhxm8MO5MBGvhhs7oxgc079mbKlnD9CN0dG2MTaI46tPPoz57HlU3qV0HlGuhHVoFBNBMU0lNQF&#10;ZSBl6ijdjUWpSmOtA6YwXZsWFSd16jjdjsWJs1N+jObO12maZDCEDIaQca7xtgllWzqTXl1Ki69E&#10;fVGDwWQwmNoMpjaDKd7TzDrgWqBGfXDcL+uA06Y+4JYCnI7AuJ3O0GlMdcEdfULLJjNoZAaNzKCR&#10;GTQyg0aOQHOTQ7MKinEM1r0Cv18iSBygtzlA2SwaijSEj6kzgKh+LECWngIQxXYhiLrn9IxUhpDK&#10;ENIZQjpDSGcBH4o1EvHhY1C4AgfyYOjHzS1Qr2+Ckr1kgV86krFjMB1IpcyhVDtpwbMIZa7weWIw&#10;1XI2MG9zMNdA4Q4oBfM0SDe8EkYtKuUL+HwkHaUnaPiwVbTMzroi6/nHrSEzJIkQEEk3LXqOjlzV&#10;yoylZvE4WlO6ubFLH9ClLoPOchhyvSm5FXKaW6FOSHbZIJsUoIcwTvt4VgQg3WAAKR1Bt/zsn8ww&#10;ctIGKqrFeN0iQgzhZHKjQEp1AUCN6lYwUCcdoE2o7dAAPUxVM6U8XT2bbrh4MXr2FsfoEdiC01h0&#10;SoKKCV5HWjSNTSP4qHPHh/J7lEStjJD+jQCvZxTrOKAx7SBt6mvTGtlNpPx0P1/AS1GdWMQEwi85&#10;+VVK57nSNsdM6+qZbefkg7LiZ065qcmPZIPI/3T8bJCApKtnsJyubznRn8gIZMBtHEjySaaPI8Jn&#10;+94IkhtzS/wPiCzzS/wPzdwQX48mzPLASzZjbDxB6pwb3x73TLAxAkxZ/qkC3ARc1V6PYSYajXTM&#10;JnGQ40mRZkqSoXPU/GM8cI8NlUHHMMyGndLLTI2B4qlubPC6RhbkFdnSSWKzaGhGIcKEGessA1m1&#10;uJdCQUlGtDQ1Di2ToWUytEw2lBkB4oeOKwxltDHNzRw4Xg+8lbb0fExqxGIolhmK5KKFUJTPi6LO&#10;UGQqFgsjzgkijmoKjgZPA4BbxVIkZY4kVzyTa56pJ4EZzMz5YLrxmadkpWzR9LAjPc8zijNpZTbv&#10;OV4taTCjoe5Mnf/IwNAY9oFshi0Nsz3J6ukzZI0WIuBESwtzdTGJ4WNQ0hVpm3/qScdZFDYPwIrR&#10;y5KSiXeFpuQ9miNT8BU/I5PsPqZjt0lu+DPujj8j9+c4dr6d7ASppxwZ7sy6jAz32MiEjHjWvEH7&#10;QrHLDpWfXa8HECUrmhilOLEJKzUlSBl6MhO43BemZ2H2G/rbOJ7J37Z6OfC8HiHDw+nOJ2dM98nT&#10;WUeUY5gGYIkrY97iYO3GLFGr0NwEBiXjZifak068I+ePg0kTDLBvMPyAhBR6xPwqGZw+PEozFBws&#10;1WIWguzBKpk1Uj5cAoP2QceSgq6xGN4LYYh+NS5ksGmep81nNdJtRDs2DMkAKfr7KQksp81AVTmo&#10;jipEIV3uSbOIZ4wdBtVlsFocV4sB6/DlWg4H1rFErwY/NP0PowuPmsEH3w1vNLnlbjb9QNAeDWri&#10;RHEjCP9mAL/WzQS/EMgE6KdmpxM8Sp17lDrDXnMY9lRqVBLSDMVYpMmII8Ck6E2m+FnhXQ7gPSXP&#10;ExfqnGTxf/zUvz8lpbR7552S4oxhCIwRZVbkWwRXSQHX1POB6wOnuIEnSQCq45ni3fhIm09aZePf&#10;0oT8m8lM8QDIbQszKRxOvROhXz2Ofn04RZ4w+DyowSdCoYxOTTFfvckAtZucmvl3BFpxYyn5Fgf6&#10;EY33Hk9v0AJPISjKtk5BmPsLvM5s88yYpsjpDASMQIRyrtRG7NLZIO82DNbJk/c/NHdDSi0zrIUV&#10;oNkxzhZ4qlZs+ojCoyki7Medmp87MrIDHO9xaXFxJy2bTVpYmw/GPC6ry7nVjXKr284AYhZn7Lzh&#10;UbyKqnEIMp817CMEAbs4y+rnPprc/hxJLwTjj+u7DyUXJ3ZwM0EchoqhMwzNKIbtHBCasXoox0HI&#10;0keTrJfwtTC6Ql7lakilRiUbvSYfvtlBuy6Fl+CkG3MtbtAKU61yLFZydttDfDuKVUcfn3gLLLmQ&#10;eEOCJbzYB419YNYHAkpmffBDw8fQ9h2jps+RLCTIhqk/t1hDAx+HaEePuJ6+9uXxPVM3aBCGcQnN&#10;eO+IY6rFYepY8ea8zGPPMk8Ml00WR5HR9vNslaER9/NuQu4oGcShr/kpwNgmTyldPY1JZ7FzWBTm&#10;EYUi0xwzOeA9xaonHq/x4zV2PICSrHWJG+sS01AfUlLQTeY45RvsjwnPdOsStdCZ5h4z6WZ0tHdi&#10;l9oJfmasdUly25Oy7NFZXK6K5E8mrCfbA6gOyVC/pGDHd+KvcRA1qTrBFFkpy1q8LAk5LeriRAEE&#10;VYlx1LMFlaoVkynZZDY6D07LQ5wgwNkgN+ezdMRiDUy25Ys+ZMp4nXNiDYzSiyNDZaaQ3Qw8mGe0&#10;0AKTmr2R5TsibOakGTkle448iFU0M//Eou8Ijtvmt+m7zpujrvM46O4FNveAVo7lTcLF58/Pr3q0&#10;JiWUhWvHetO+8mXJU4iWOFb5fI+mGaTSRh2YrAN4F46f0rzNuI1H0xjARvb0hIBhebzR8Ke4BXd6&#10;SsPX10Fc39OnncwXroMjs7FarBKWrWgq2I21GvHZdWGRgBNPgXH+oLhvd5gE5l5MOMvD1BUesGQw&#10;s2zm09ZbQeR8RKHMMwCeL7NK19npbbdIs9NW7DJbzIOEEFfz5CeTtJb5N/ZoEDgOwdshBL9JSZwV&#10;ylTkxpCWRuVYMB/gqI8PpSd+ewHGyhmMECUhnFLMohaaAqcD/gc/OdngziQ+IpuuCHmXYl59nBTe&#10;41L4iPLBDm3SO6FXIyAD4071lSHB5KcTthwzq2LHsklUsQVvilJto1ySywPVeI5I49uJoCQu4eIJ&#10;27cGF04kmUnSCiWSrWgeGf19r1avng1q4R24LonFpoRcP7RFySVx7NALA16QoPYSa7g4agyQGuOG&#10;GsOhtk5aXGtW6ZRmk9VtsmIfC68WjuJYh/iGX4zYhC6Fa/YSaybrksq6BMVG0KN70B8neAFFl2vj&#10;aeh9CicBFzt8RhRNnyM9Bx7xX1dR2/gIgN9ZYxffgs8bDXwVS429YkWmf16oSvGr+PtXsO4x1snn&#10;v44y4SX8KvxXCy9HcPm6rD7ldl/S84tya3L0RlUpXDOZ3DQmN62QWx653eZyawIyDjwt5k2eCtK7&#10;Hcgo7py9DOdMJtE2k2i7kGgeiS4HIxHnAtCXCcc1bmiewK/bS6mbTHI6k5xeSG6SscgkcEr+z7GP&#10;lzAW48/Zy3DOudhVUQqR5hHp0Ldq09u9houVXZ7i94/vJRyfTFwGE5dRSGsSaTXIiXRCe9Fdnt3w&#10;j+8lHJ9MWiUmrVIhrUmkVSNEugEevlSGx/cSjk8mLYtJyyqklUdat7i01vm+1E+I38LOyS0un7gz&#10;9saeMZksy0yW5UKWeWR5ncuyQpOpJ8EUqxvsCjsORp14dDI5OUxOTiGnPHJaCoI7HCvs9TtiQD6s&#10;EQPyYc1kMusymXULmU1i1R7Res3eiFUbHt9LOD6ZtHpMWr1CWpME243hPFfg4y8H3mG4bi+lbjLJ&#10;uUxybqRjNwM16kkdqUqieEbTcP58u682Yv3emPrJOqnwTC+WVSWEaK2qRr5pkW965FsLr+p5G5TA&#10;LtQ0XU0nAuhuCKCXcFaTFuk/puUYbBXLECYttm9lWe6o4b7J943hA6Y9u0MdFzC8qJvMC+B7AsAh&#10;aP1jSRDfH3aiI6vtdtLzd12ojlaWxZapME/5RvOC+jaHGms69D6cU9puIoJsxvdLs3Ashh9OtYa1&#10;arlditbqxrC2Y4ptzbSmpZSmitgjUXSXr/vzUoilkEKga4vWbKgGelxvyiXdVIQBoAUDoNO1HCNa&#10;aQW1pqP2FDP2QXput+N0R0U5ny7M29as03I/WghAa9c2aMEztBo3RlVZc6J9Cyu50imXlE6Skis9&#10;3dWNBCU32z1HVpKUfPTCitijTGN0obs/L6VY5koRelEU1I1RBHhk0zSTkLRkSxb5bIikaTKnKxZJ&#10;bFhyk5BkN07wNErwX0ZFWOjuz1sRmAc6arVj+5Pi+/k+oyiRc1xnXtDciUAT0OU4/zH54UJOnSzj&#10;/4ndjnNALuom83YTbHoL55ngJsSO4LJWBr1IGsG6ij9JI7hjdLSOkjCCTXOUGoYjuNvDn1gQkDWs&#10;rJZoobs/LzW4EajBJ3xNC75c+cV4WzSq+Gq4coTLhx1W2yl+tzhkwNELM3liyMtRyGaIFrXv86Za&#10;XJJ6RFtSTqVd/gKIp+PtkVqW20Y5ycTGuornuM68QPKzakEubZhfG2+wRfdltFfZDHaW60wj+bte&#10;q54N1muhec0ewbRFi5oxjqnA7zN6w6k/L9YL9ue0pVNvvWGfDapr6/jrAdR/FeKf51IH6vukYQjk&#10;MQdyF1oeSK8k9uKMF0BFRySOYzi2Lrm01RupaQ/O32Ebp7zq2kdw1S8//F7vR3/0r54XutOdSJst&#10;cLDZUus+/1sorOWbnOp6kbY3Im236XU/W1KVt/ktaSCVqNaUFPiRJVV6Hz47cAQ/4bEu/c07C46V&#10;oEamH4POLMFvBWrwmxe569IQTUDgFVIxv+OXJDly5nLozEe0C+pUesbPfQN7FDn7Vuhsf5nUMQs5&#10;gjYlyRDarMNVYdTTKwpoUy6UtJYgoU+36K/6PSWp+n/H6JDanQQttEiLm/TWsxPQh6TzxTsM35hW&#10;5a9RadNalEAPSBoiVsNWQQ9D52vCky9Bbw4oadIbI4U7oTO3afnnKf/DH33yo/xWitCKbbSKjJ4h&#10;0fBW16XfBPxdrjnR+96mXfyfcScYx1t3pP0StJdDP5rkClhu0qhLv4Ib+hGvcIOucMDHblz/Q62F&#10;ljZtfOzSU8S1DPV8ZEyzP0UAWgIc0qYxN+7ZRzXCJl3+DCTRkb7BRjlvew16i7mZkxFGqJDUTmn8&#10;2KR5p4macc/fB8vPPE7UWLHlUtBSHNd0JlLyBGzcpDVbTws2Ltj4CrGxUbBxwcaXiI2XAjZ+SXJA&#10;zS8YuWDkq8PIZsHIBSNfQka2ATX+OoGCkQtGvkKMLHJrwcgFIy8yI78zysj8fJqblNgfjy04uuDo&#10;q8PRasHRBUdfIo5e5hz9MY2Aj+HeT0GHC04uOPnqcLJecHLByZeIk/1MRoiTC0YuGPkKMbJWMHLB&#10;yAvHyDH6NN+VcI/fu+JsrBRsvABsXKyEK9j4MrLxjFfCFWxcsPEM2LhYCVew8WVi4zmuhCsYuWDk&#10;GTBysRKuYOTLyMhzWAlXMHLByDNg5GIlXMHIl4mRF2olXMHRBUfPgKOLlXAFR18mjp7rSriCkwtO&#10;ngEnFyvhCk6+TJw8x5VwBSMXjDwDRi5WwhWMvHiMXIXroxaGUA3eK8gYefiHKJ5EzpoNO7/R+f6T&#10;T2fIzW1gs7Kkw08XrmdNhZvTdVbUuLYQTy9HWo9b5Rw+l71sd8glusAE4XOTNKyU8iSjjKgBAkZu&#10;TfNX+XAmLzTrgjTLFOY3p6dZVm7NQk9DPbdu3ea6FWZ20bN8m2sX5mCBmWemX28+/OXD3ovDL/79&#10;CnuWmqAjyZ6lmCW8vH6l+Bzz9iuLNb2X0a9UhLF9VfzKPIzchPv26almxci/+JPPrjgji75jwcgF&#10;IxeM/P850r8TwXGFrsz+htVBKAa7GdqlvDKHOP/Nh9/b/esv9JlGZAZnXJe4Fhm5BD86nO9zswaf&#10;8O/yIRa+lljE5i7FccjQ54v1jRidu7yxfjZdW47oml83Qz2zf/5wa4Z6ppIOWaBbEPOSTllQqiD/&#10;yfUsi7U2Be0ab0nFWcOsNiiJQy+G4XRB626CdnaBoV/SdVdCPfT/TM4qPccR1NWD5ziZlcb9wX83&#10;f/Ld4y9MYUSewBVgxJJtesKf9Ql8fyp1Ej2JaJtn3GOJtvoyaJYxIvkuSfo0451uhc7PfpclqMcn&#10;fwG/xesrGZ++l+g5pj39sFX2p0++U9LTp99FfPrw9aNPfzfh6Z9K/l+VTPIXkhAQW8b173YMCuPu&#10;eCcWiSx3uxFBY/Q+orcbj0hHYn8uLr53Io7DHkbbxfXvVgwa6Xe7HYvF+DstR5AQ7xHF4TeAoStw&#10;lksMxJj3CXDNMbEWxgvYz9OAn9BCfSu42jWyJyv4O6eFQgujQ71LkahCnpACfdVHolSL7BZ6Lugx&#10;oa/Uhf8xcihLXk5efg+e9TiIurgtkj4Q7Zl0H39mxNZLOz/9/b+SPvi9Xz7/NyjZnaNjsBPT5yd0&#10;DdTFw8D+jo4lR3iuLK3mpREayBZl2iFPhHnEZZC4EvFZsB5HBWpEjzSiTLF1F0aBxfIWuTRiOfSn&#10;u1a4ZA9mZad/8KPvHu8/f7g+Q8+wS0jp5Pc55A+2KfNTFjxDRL4dyQ5RpE0zST3BM7yWGGXHeWjX&#10;AbFPKEJG/F6lZEiWQlkA1NpulClzyXkJjiBvn9H4meX4vub+z3f+IWZcLzN/hcbWkdSncXribTTg&#10;kTYarbPBfn0N/xDbY1Z4w2OqYbCj+MEbuSb++dNpXvPm0JZO9bo3fMs01asuBnv1AvbSLpS97kmb&#10;hOAHEO1g3ucl6SQ+HfL+TK3Yd4/PfiF98MNPW38ca8WWwXoxWY+3QOh1jj5NlpZ3Ke+X31LehBYH&#10;dK4TWIOoXsRn3xZD27qBtqkXqm1L4Vh2thyK0WyMVhUxbRHTFjFtEdMuYkyrBjGtcaEx7VvhvZ6z&#10;Wslm//PrgwXBXKV4RuHW7X2aWelKZgzmcmbMrwE2uI+2F6B8l+cI/D21Kzy7uwrP8wnOQMzKz3p9&#10;4HR2fjdy50WQA6KvwW/0Ldqk+w6UOq06DMvBoDmGlFUHY+SwTHiyOR5/JcDM8upP/6vzndc/+/zX&#10;FgJxl1ZwyIS7S+i68NkIzSXKhDjG69nZ5s1gXo/hPfw+I2b5xle+/U8Lgq8CdS5ZRT3IUPqx3aRs&#10;LuK75H+HPm4TSrNam3Tt9X/uSM97C4q3ekF435U2oN1Ligz7NCO4EkhglhHN9T//j97fIPYxUc2v&#10;kK8T7qPv8RyTT4y5uz7W82u9AxjcJyZI/jEXQsZRD0kOPCRtqjK+Tff28wbzke+11//S/AnKd+W3&#10;FwJ5A5CzyNKa8KwmWQuX+0k6jTOXcsFomx04u0w5A5PiDYvOaEti3vce5VWG+ZmhjraFtRtv4PUE&#10;HU9q242dref7BFPlflP6WMI3oLyYl8w//53e1xZI5mW+8wOlbAYZIZUYFXeFdEjmqBUmzQh0SN4u&#10;zRGolENC78wTosVvcYyj8hYzbG9AazHujmv5KZRt6SAyF/AGjv2xY7zJeRBbz0feb/W+9vU3j/9u&#10;gSTeJRuq0UopZkNVQskiieNcmkGjHFnUpXHeJf9RJ8Z1iWEdQeLvBBYHkc4r9XcTW2eV/HW+wuuY&#10;1rMeBmM9cnRe3tP379rvLYTkcd2WSv8bPA4u09gvjVhWf8VXFssaj714dEaRwcJg7ZBvgrEWrrNj&#10;kRdbTT8aeZXOifUdQOKQ1rizmpVgRd1MvdU/+wv7vT/84fFmjLe6GPGCPnm8EGGrlxG0n1C+8YR2&#10;Ik/D7067fhybGgKbvpfS/jRtP4SQVdmh+VaczfLZdJWs/sqwZraeU+9v93/8tPLJzwQ7epcwx/ns&#10;w6Bf2ZB6N7blS14Gs3yBFi7W/F6PtFSmtbgdyug4pL8a2XGHR0z426CdIv7qXvTXeuT1oX0fZRi2&#10;Uyq6NtrfC71JCBzNLIM82xXRs94VFV3XPP03oJgjbcbvi1KEFuP2RaE3lnc9tzg/VOyMYrNexc6o&#10;q7MzyhK0L/u+gXgG9t9EtUPsiRZ9VisQCxY+Lwvn35168Sw8+qaLgocLHr56PJx9/5a4a/Admj1+&#10;Bf3H9RRsz+Ar+Kzzp8ZdW+ucncM8gHlGhuAso6O0HixCtIL5RYXmCyy+Xt+lvYSdSD7EpLl/jeYS&#10;8Df7jmWZ5oTEaCWPjJaIEY+ZjZrtuteYO18FmXTp2HlkckeYhWsRovics5TPuF5cDVnhCihRVu/S&#10;CqG+xLLjNmDb55/QziIHh6X19nA1zUzlM3rfyyOREsihRDMtJZpxwd8mea4GZSRJIt62DSLxGqut&#10;s0Flrd4fuK5M/7wa++a6mobfGoHk3qasJns7HUqwG7CcOxIn7CXWNKu7nQFct1XpY7Feo8Le7g9U&#10;+NbqDxSv1qzSKc0mq9tkxT4WXmu/cjZgN/4ymOAdaRUe5cHZ4FED6k3Z2+Rly/4YrgVP0NqCJ2ht&#10;VfuDktvudBV8+NZ+7fwX8db3G2eD2nYL+7VWp8426vQEjVUCt77DjkGVBWVrBx+yUQcAFG+1UWeF&#10;TcXqGiuqVNhwlR6cWcX2G3W6w4eNh/2BgaXNvu6yooFYbdS2sPjQxnPaUK6zry283Id2hfCsN+hy&#10;dh2/1e09LKqsqNsE+c5j6k3dtvEpNlvb2GCz1SLtrJJ+4yj5jEpac+jt16g7+9vU11Zzu8NaYrFf&#10;XcViZ1s/G8AvgNSjwmWFwgpZKKCs4fmgGYZHBcDdWq3T9RuP6JTtHThle6cKHQN9rj8GuOurj0GV&#10;H2zgc+w12TMyCX+9AqNNQY3Hg9trBHx1ix51rY76vY7t1x5g9Xp9GyS9D8OiXmu5A/l+WTG91m7D&#10;Haiy19yCQ6pp3ldhpCiqV9mF77pVDKPzDKNKs0HjosV6vdvCXjd34CS1K5tWtwfw77sDw7yPwGoK&#10;fH3sDjRvt7lFw2uthoJs2HCOJvvnNGw4p+w11qNH19nRWvRojY7u10jdW6ur2I/WqtIfOPhV7Q90&#10;KHdBzy1vtbVOI7T1oEOd3cG0w5Ofvj764h9//HN4Bhv0wwK9IFXbalGxt0OC2LTXXGjzoLmD+8aa&#10;D7C4LxtepW7jgfp6FavrVerFh0gBAMoWndywK6xYxaJVAxPYauKtv/TVv5yoE+e5O9347Z0brz33&#10;fx//+rf//vM//cZXnn4Opqy1CqS3tb1xNtjfrdEWOVbQ5rj3tRLbHKfoHumHYpSYgqguUxArqh9W&#10;zwApsM9mGbWIfS6VVce/Gf37aAu08CM2nIELRBpQfBr4/OEPXn69wmhAYTQgp9PAyMW9jWb1bLCB&#10;6ghEimqIfIrKZEL5mJVs4Csy/kCLKghro0o326g+YAyB/8O3TbjFRvUjvNGuTQN5116l4fl/hJQC&#10;w2oX5bUAAAC3bWtCU3icXU7LCoMwEBT6I/0EY4nao8ZXMGmLRqqlFy0Eci7ksuy/N1HbQ+cyw+zM&#10;MrLNLVQdM0BwFExDiNNGd15oiGiMDVcaSBJhV/YaPPeDcYG8di29A8UkLIhsspC39eLOQyc8iYt8&#10;Q3B45sExICj71WTChVnpG6z1RimkBS5rC+O1Wkds9DfpNrqdYYiNF/MLVf8wkIaouHuleGEg0eco&#10;JbhrmizzV8/RKf5pmlLEQmUWcMcHGEtbktGSn+8AAAq1bWtCVPrOyv4Af1e6AAAAAAAAAAAAAAAA&#10;AAAAAAAAAAAAAAAAAAAAAAAAAAAAAAAAAAAAAAAAAAAAAAAAAAAAAAAAAAAAAAAAAAAAAAAAAAB4&#10;nO2djZHbOAxGU0gaSSEpJI2kkBSSRlJIbpCbd/PuC0jJWa8d23gzntXqh6QIEqIAkPr5cxiGYRiG&#10;YRiGYRiGYXhJvn///tvvx48f/x27J1WOe5fh2fnw4cNvv69fv/6q99q+Z/1XOaoMw/uBvM/i9vCW&#10;/rm7to7Vbyd/rkdXDXs+fvzY1tVK/u7/bH/69OnX32/fvv388uXLf/qi9he1r/IpKi/O5RjnkU79&#10;XK7az7Hab/mTdp1baVpf1bFhz0rOnf4vOvl//vz51zb1T/8tuZQMkDkyYj/nVP7IFJnX/mwX9GvO&#10;JT+3E9oC5Rv27ORfMvL4r+jkzzHkQn+1DJFztRX3WeTHNeA+vjqGPgDKYz0x7NnJ/6z+T/l37wzo&#10;eeRef6stINfatiz9zFjJ33oA6PuVnnXD0HNN+SPXklVd6z5IX/eYwHn4WZLHdroh24n1jOVfbcRp&#10;DP9SdeL+c7QfXc1YnG0fp19n+ylZWd4pD/pt5l3XeSyXsqxt2iB6hjHJ6pphGIZhGIZheEUYx9+T&#10;R7DXp//zby/vWfLd+h5c6mu6NvWueITL6O1qB8/mZ0id8Jb2vruW9/Od/M/Y8Y98hnme93W+xC69&#10;lfz/hv7zFlz+9LNhz8Omjk0m/Xfp28MX5GvpI53PkPokP85d+QNN52+kjFyP/ci+LNsv7d/apZfy&#10;tx/iUdtAyt9+Nh9zPyl9ic4suSAbbL7s55z0C9hnWCAj7HYF51HntA+T9me3HdoM90KemRby7uzZ&#10;mV7K33X0qOOBrv8DdWi94L5tP459e12M0C5+yH3Qdl/3/0o763jnb8xnSvbr9Fldkt6z639AtukD&#10;LuyrKZnhb3F/Q5b8v5M/fd8+QMf7WJ/Azt+Y8ict/ADk08n/KL1XkT/P9vqbsrG8i/TF2xfn+t7p&#10;BvSJ2wm6xboYdv7GlL/P6+RPnMqZ9FL+nNf5w/527FtLP1tBfaU/Lf139u3ltdRt0dWR/X08R8hj&#10;5UuElb8xfYi8p3Xl8XjmTHreph4eVf7DMAzDMAzDUGNb7Jv8PD6/Z1w99oAZY78ftn3xs02+iwu9&#10;FX/D/MNnZ2fT6vzg1gnoDseE59zA9C1CXuvza19nP8zyoK9GP5yjs6sg/5Xd13YwfHzYjtAb2H89&#10;x6dIv1DG7ttn53Pst+Mvx2gf2JHxSQ3HdP3cfhfXe5Hy5/puXqd9gbbvWub4D7p5RJ7rl/PP7Lfz&#10;NeiI6f/nWMl/pf9XdvD0padPHRsp7SL7sWMwzhzLdlngk9jFCwz/51ry73x+4LlfJS/PBSzO9H9w&#10;XIDLybl5zrDnWvIv0MnpOy94hhfW4c5z9fxf6Qa3OT//HatQzNyvNd27XO1bveN5fN7ZAhjD5/XE&#10;jTid1M/d+J9nAOT7v8vKsUx75D8MwzAMwzAM5xhf4GszvsDnhj60kuP4Ap8b29zGF/h65BqryfgC&#10;X4Od/McX+PxcU/7jC3w8rin/YnyBj8XK5ze+wGEYhmEYhmF4bi61lXTrhhxhfxI/bMT3XkPjld8R&#10;dmutrNi9I67g/dx+ZfuQ7in/tDM8M17XB9sbtrnCa/CsZGz5Y3/BJrdqSyubnOVvfyJl8vo8LuPK&#10;nmCbwepeKDN6zPLP9uh1Cp/BpmzbKza7+t92tO6bPJmG1xDDr4cNvms3Xf8vbNNjG1tg/U/a9vnQ&#10;bn291+fymoSr7wuRR8rf646xBprXxHp0kBG4Xnbf5DIpfz87V23GcvU1nfwdb+Rj9h+zn/5Jeuw/&#10;+r6Yj5FP7vd6ePeMe7km2Mch+4VluXou/qn8u/2d/NMX1MUi0a/R7aR/9A253TH8FNbz5MHxR2fX&#10;/+17K9KPA7eSf9cebPt3PAH9PX1H3b3s2kbGqJBe+ikf9Z2Btux6SR1w5Ee/lfwLr+NL7ACs1pzO&#10;e8172cnfZcjvC/uaR5V/kTEy6cfbra/Pca+nmWl1bWYXl5M+vy6/1f7dfayuzevynK5+nmHsPwzD&#10;MAzDMAywmlt1tL+bK/A3+FN2cazD7+zm1q32ec6F5wodvT/egpF/j30YtqHlnBpY+ed37cW2kdp2&#10;zD/f5bDfqfD3RPD/gY/5WtuT8C1xL5Y/37PxPb/qPBHLzH62jJuHI/3f2eat/9nmuz6209lGa/+M&#10;2yJx/vh6sAFyrb9R6G8JOcbEcqYs+IjuraduzVlbOxztp2/mOgEpf0APuC1g16ct2DeL/Ch7zhux&#10;36+bU9Ltp936u0CvwrXl3/WfS+TvOR/o7vzWoL/JuJN/Pg86n27BM+kV5wpfW/9fKn/rbXSwY23s&#10;w0M+5HGk/1P+tI1Mk/gQxwg8sj/nEjxuoo/Rr24h/8I+Pffn3TzyvDbHfzv548er9HP89+j+3GEY&#10;hmEYhmEYhnvgeMuMmVzFf96K3fvqcB1457Y/MNeLvBcj/zWe3+D4eubH0Y+Zg2O/XaazsqF4Dl76&#10;6myH8ryglQ/QxygT12b5sf86fh+fpsvT2aNeAWygaQ/Fbuc1Gjmvs6kXnlfHz363XDsU2z92/m6O&#10;l+279ueSNmXMcqXf0f2/81ViU352+af+o16591UMTzdPKOl8Oyv5U8/pR/T8NHw/2GbtH7T/0Pe2&#10;Kj/Hco6X91d+zzLPb8VO/pbZn8p/pf9T/jn/135kjmGr55jn8u7Wh9zJ320USIs29uxtwFj/W//d&#10;Sv6F/ZB+znMu4xLaA3mc0f+QbYM02bZP3O3vFXxCHv+tZPye8vf4L+f42QeY/sFiNf7byb/Ief7d&#10;+O9V5D8MwzAMwzAMwzAMwzAMwzAMwzAMwzC8LsRQFpd+DwQf/irWzjFAR1zin7/k3EvK8N4Q33JL&#10;WP+YtXMyf+KxKN+l8ue6jkrr7LcWujiUjownPuKSWEDilrwOzlGs+1H9GmKj4Npx9I6d8nd4iQvs&#10;Yvcpk7/r7rhfykt8lY+Rds4XIN7cMeeO1U28NhBrCGWfZS0yx5vv+jX5nzmX8x0/S16ORbqkfok5&#10;8s+xUe+xrlmu10a5OJbrfxEPTj/lfjs6PUo8l+/b3/6hLex0APG6xJJ5TkHeG8fpZ7v+Q/6OCVzh&#10;+0794ljKS+qXcykn6V5L/2dcfuLnMn2bNu191LO/t+HvKbke3G5dT7v7ct4dXhvM97Nqh36GIrfu&#10;ex9w5rni+TI5d4A2lBzVL9AuHJ96LXbtOvsr/cf/o/OyTXveV5ce/Y/7Slm5r1r3rcrqtaJgJbeM&#10;De3SpGw5j4W8EueV7Z62mRzVr88jT89VeivowVX/Pzvu/RP5c47n3GSafh528eBOt5uHRJ3nNyou&#10;WeerGyt2OtN5ZTv0+DjLfaZ+6f/dfIW3sivDkd6FTv45f6Pg3cB9lXtCxp4jdAav6ZjXeO6Q49Wt&#10;c49Yyb9rr4xTrB9W7Zv8L9Xnu3VKPW/qDEf9v/A8i9W7TCf/o7LzTKzyOg/kRF2yNtxqrGadmfJn&#10;TJjrBHqdL68r2L1be46Z3x26cvDdQ/RNrlnXcaZ+4ehbuxx7j3mLvKOu8s15GgljBch6Qb+n3vS7&#10;9JHeO9Pud++Eq7GAxzmXrBN6yXN6V7+U+0iunPPs81aHYXgz/wCggvog4L8lowAABXVta0JU+s7K&#10;/gB/aWAAAAAAAAAAAAAAAAAAAAAAAAAAAAAAAAAAAAAAAAAAAAAAAAAAAAAAAAAAAAAAAAAAAAAA&#10;AAAAAAAAAAAAAAAAAAAAAHic7ZvNjeM8DIbn6HOq8H3vrsJVpIpUkRbSR6pIFT7npu8zICIcgvq1&#10;PLPAPocHu4ht/bykSEr2fIUQvgAAAAD+Mqbw52uOjG57b/PS2O7IsbS209vv5ST9zmYfd4g8Thj/&#10;3u6rsV0Zz9G+H43zkvufHX2/4rOeD9yUxmfRqvHOerLtf9v+i5rfVohDL3Xv/R+w/109+/6fWyOT&#10;098U145eP3Zsr6jvGn/30HNKUZtTLtH2OY20jkun33n2Xwe2NRKtcS+psdm1q3WXXPOMPjSyf6kZ&#10;PJboA0viusT91PWaesSzWU9MPtP+Oh6GhrV+izbTz3rrf0drae0vMae0Llrj/zzAn4/4fMpmNkZN&#10;lVq/wycnl+6t8RGJyzoXpuzncW14dlFjt/aXeWl9vHWm9faw/V9CPldY3qqPludq6oecPc7w01vB&#10;jjbO6vtLOVR0re1L0OtXNBa/0LVBbx6qHUdJk974XDt2277Yf8v49hw+9co1c4/E2ZwWeoy2/pU+&#10;Uj5g68OWXPSMz0xKB4khur5agx/TSvnpaF4cYf97+MSFLXzXWX63+4i5st+aWHILdWtBtLe/672f&#10;9oFcvOihR+fW/J8a+yhK49d1VU38/0n753iocd/NnJ+hrUZotX+upimt/1QM+C37ax1r83+uzvBi&#10;SaqGOWL/S2Kua+g7D66tb0bUQUfmPSL+a/S4ZA95RJ8zddjX9DV8z1mixRxt39u2rcM3076uo3P1&#10;Tw1HYtNI+2u9rB+k7P/T8V9sbvfwO4/wyf86fvaeXZ2lc8kGLWcZom/ruaenibSla3bR0NbWtfaX&#10;tnI+XrL/3vfdWecyVlsT9uzFSvN4F+7r3f+NaufofMWeT+VTNob22D81zxb721zzjv5gfdKeCY6y&#10;v9ZgS/St107N+UtKl9b134td/zImeZehY/bduf+n8/9+7eroLuh8UPvOU9e6uRxhz9m8mNh6zl2z&#10;LmrQPt/bxmzaqJmL1Ec5f0/VTCPrf52jSnZM+UvuGdHmqubhxUTRrOac++Y830vrdwEeYifRv9aX&#10;LyFvt7VybD37/9Wsydo9/mT8suQv+pxf5wk5Y9iMZq2ktDgbrfXTjKXV/ikdX5lrvVi77//X+xOx&#10;i+cLtj4ovTO4Gq1snfBU7chcc+fc3nuhv8H+S/heQ3v2T/mC1vRq7h8V46ze3hwEWdubuaafrdnD&#10;Tc74vWfFh34j/8s6kH9HfffkzSU3Vp0PJQ7bnDICabfUptaj9x2A904q5zuj6v9aZHzv2MYWxvmA&#10;Z/+Sbt7ey67Bn8Lbm7xC2znbqrRtsf/R/N9ie53DpgNzrbF/Dd6Z3P5bbt82kiV83iWn6oNWP2q1&#10;/5nx39Y+tq7S3wfu3Dv9oGUuF0fzR/DP6kS/e/i89+p5N+PZ3O7PZZ820r9+w/5y3q3nV/r+177/&#10;3JTeR+0/RV1TmttvxlLnti31qW5vLbSp3wGMpsf++rxtjrFI4qTNLztztLenb0v94q1LTe67cDuX&#10;JXzOPI9oPsfxy/cmOb+wz3q5RTR8hP4Yf7b9c3WBF5+8/d8zcW8NqXekubxg5yJ+JOOTM/DRmksu&#10;SPmSzh9rYQ5nIH1718SnvXcS3vlfbr3IN+Vn+PRS0a43l7P+pgYAAAAAAAAAAAAAAAAAAAAAAAAA&#10;AAAAAAAAAAAAAAAAAAAAAAAAAAAAAAAAAAAAAAAAAAAAAAAAAAAAAAAAAAAAAAAAAAAAAAAAAAAA&#10;AAAAAAAAAAAAAAAAAAAAAAAAoJX/AOCrivumi2J+AAADJW1rQlT6zsr+AH95LAAAAAAAAAAAAAAA&#10;AAAAAAAAAAAAAAAAAAAAAAAAAAAAAAAAAAAAAAAAAAAAAAAAAAAAAAAAAAAAAAAAAAAAAAAAAAAA&#10;eJzt2s+R2jAUB+A9cqaKvedOFVRBFVRBC/RBFVTBmZsDM9bk5UVa22ADM/kO32TiP/Kuf9KzLO9X&#10;13VfAMB/a9X9+vq+uf+b9637fe/+GVnO/pZvd7Ov5Hzu903tA11/3rt/Nz4//1J/in3veHO//rVv&#10;S3+aN/OiZHwO24py74+VfY/kvw9ZPmKjD8zimQzGjMWp+Z+DU+hju1AXavMTHhPr7TGM8e/k0u/b&#10;VfY9k/9Q/eB15nj+x/FbzsnjettfQ/6fpcy5ahmXzIZq75jnxV7+H2OdxuYU64HsNj/MEeT/Gb6f&#10;mPcNPQsOI/K/LtDvmJ7/ecI9HTsXuIzIf4l+x/vzX6XMtmnc5vpf2vzpuqUt73/z5z/3OGyN79IH&#10;cv6HtD8rc4mr7BfLf+zzd0z+13TsLvWBnP82HFdrr/SPo/xntQnZjz1nqP5vK5nftx/DtXL+5Xlx&#10;arRZ1p+t+86rjP9r9++6fkvJopV/2R/nALHv1Mb/3SUdW6wr7TBv/nM9/8vYL+N4yvv/rrLtrtSN&#10;g/wXy//S/b2mv2tsj98CavnnOt3K/9DIOh8fa4h5/+tsGvkMyXP0Vv6tOUSuC8b+svLYzt8C9439&#10;re9/p7StlX+pE7X3vS5k7rm/rEef/V0jm5xn7ZjavDDapPbN+ZdTm98f0v0/VY555u9/dqHd2jnr&#10;dH3r/a916v6stTz6d38/5V9q/7bSZhz7V33gpe51ucztL+F+l22PfKvN+W+7du2Pa8Zlne8YtvlW&#10;vIx1mO/l7ItzGJOtNdox+deyjO+UtbqQfzbf/+YTa+zQGMvfdC7d8HtZzD/2ofv/V/0cILbXqvPb&#10;dG3fAeYR7+eY9ZVVqhVT8s/rRlNr+zrMCcwH5lGbg815bvlm2DrnMLLf5X7w7vsGAAAAAAAAAAAA&#10;AAAAAAAAAAAAAAAAAAAAAAAAAAAAAAAAAAAAAAAAAAAAAAAAAADM5zdT8ocUYo2ougAAAzxta0JU&#10;+s7K/gB/jlEAAAAAAAAAAAAAAAAAAAAAAAAAAAAAAAAAAAAAAAAAAAAAAAAAAAAAAAAAAAAAAAAA&#10;AAAAAAAAAAAAAAAAAAAAAAAAAHic7dq9caNAGAZgh8SuQvnlqkJVqApXoRbUh6tQFY6VcccMO/N5&#10;bxEIsxYwT/AEkoAF3v1j0Vvbtm8AAGzSof3z1nn1ebC8279c25F8236b+N27+rALc/L/6j+f1YHZ&#10;97u2W5ZN02eci1nmvzX9MfL8z6GcT3VgE/l/zDjGR3+MdM7xeIewXVeHjAfTvA+0w5J0f69P7JPk&#10;eRz6PHP3UEb+WxoTSvmna0nneJL/4vJ2WMOU8T9tU2rj7zvI/jTzHte+7rXlv9dnwKH+bcp+Nce+&#10;pfKfM/bPVbOu1s6/efLc41zuWOG64z09zDi/pOunbj+Q5ghfE7bd4liQcrwPzJGGpPtSq+6n414q&#10;ldFd9+eE/iv1HzXq+Bos+Uy25PNwfL6KZdwXyCI+X4xtm/LfYt/+2/kv+Twc23zT1628rk0dE/K+&#10;6yuc66M+run79FL+zYzzWKNaazI/baOlPv/Y/j/uTFmHnXsNcS0i79tSv3DfcPY1879UyD+5ZGXd&#10;RvqclOMx7HNqx9eRun2bUEbp/LY453t0L9fQ9sfyT5nm5Y71BelaY91M+045l/w4eZ3YoubJbB9Z&#10;cj1gLP8kzgse9cXHgW2m5B/XAOO6717WhJq+TTzzXJxnv/S7sKn5d04hn7Hjfbbf53ixnNL8r9s3&#10;tfdzuPbrTrKf65bdu6WPv/Sx587/3kL9il59/18t5V9rXWTp/MfeMw7N/0r1Z69rQc+4LDjW/0b+&#10;Y+VM3a7U73f1YevPAWvzG/nH9p/eg36EuVCq39ewXWnOn/pC/wlbX/7NgznrlPH/Wvg+7//vYftX&#10;37e9WLL9x7ab3vvk8//SuH/Nfo/bl47/6nu2J68e/+O6Qhzb47uD7vM5+8y28+/G/PtA9un30ljx&#10;0/Vu1pF/J/X7Q883pTqw5XeAa5T/D7d2OXP2Pbff1wkBAAAAAAAAAAAAAAAAAAAAAAAAAAAAAAAA&#10;AAAAAAAAAAAAAAAAAAAAAAAAAAAAAGBN/gI7hxmAP4Ji9QAADtdta0JU+s7K/gB/koEAAAAAAAAA&#10;AAAAAAAAAAAAAAAAAAAAAAAAAAAAAAAAAAAAAAAAAAAAAAAAAAAAAAAAAAAAAAAAAAAAAAAAAAAA&#10;AAAAAHic7Z2NkRwpDIUdiBNxIA7EiTgQB+JEHMhe6eo+17tnSUDPz/5Yr2pqZ7tpEBII0IOel5fB&#10;YDAYDAaDwWAwGAwGg8HgP/z69evl58+ff3ziOveq5+JzpawAZfj3wf9R6fmK/jN8//795dOnT398&#10;4jr3Mnz58uXfzy6+ffv2O++wN2UE9PtHRtT7tJ6Vnk/1vwI20f6u9l/1Ufp2laaT1+3f+Z1dVPKs&#10;5ARdGr1epcuuZ+28ez5wauereuvsH+Vr33W5tG97HpoPeQWq/q95ZfWO+58/f/73e+gt0v348eP3&#10;vXiGuqgvC0Q6vR7pM0T+nibyiLy5F2WrXkgX1/V56qBpIy9PRx30evyNz6r/x9+vX7/+fu4KOvtz&#10;TWXR8iNNlM8zWZ8jPfcy+7sMUZ7bCJvH39CZponvjFtccz1FGp3zOLR9RT6kRxfIqelU7vigC9qy&#10;yh3XVB+qZy2f8X3X/vrMFaz8f1Zm1v/pf528gcz+6m+oU1Z37Bx6Vn3RLuKDL9A+qH6BPFZydrpA&#10;PsohP/cVVZ39+ZDPy98Z/+8xF7jF/ug8+iP17uSl/pX9fR3iwLbYPf5GWyB//vd+hqz0UdqLQvOh&#10;Tpku8LcuK+2RuV5lf2TU5738TG8rW1zFLfanHWu77+QNZPZXf4fvzfoofd39j+o27nHd/SS+I7M/&#10;etA2lulC06nNaRfI7/bHP/JM/OUZzTeuIeMz7E9fUX3QnwF19e/qbxnfHJoemelb+j2epQ90a6XI&#10;i/v4TcD/kcbvISd9LwP1xodkutByMvnJX8dD+of/77Ko/DqXqfTpuh0MBoPBYDAYDDo495fdf83y&#10;b8E9uIQrOC3zNH3F257CY+XEpVjPZHGBe2JV/urZFZ/WcZiPwqnOrui44m3vIavGtqtnKs6q8h9V&#10;XHq3/Fv5tEdB5dY9E16nK3J18fx7tetMVuXV/P4J51WlPyn/Vj6t0pPzhs4p+h4F53iQhXycA1np&#10;rNKBxhW7Zx5pf/TjnFzFeWncXmPmVfrT8m/h0yo9EaMLwLPC8yHzyv7E7VQWlbPTWaUDtT9yZvJn&#10;/v/KHpoT+1ecl3PWyr1WHNlu+dT1Kp9W2R/uWPkj5RQ9/8xGyNz9f6oDz6uSf5crW6Eaq+BG9H7F&#10;eQVIq1xMl363/Fv5tM5P0oejjGgP9DWe3bW/jhme9lQHp/a/Fepv4BqUd698U2YXrvvcwdOflH8r&#10;n9bpKbO3zjsZF7TszEYB5RaztDs6eA3769jJx/fiKS+IT1POC3my61X6k/Jv4dMy3s5lA8opVmUz&#10;J3eulOeRZ0dnmY4970r+rl6DwWAwGAwGg8EKxL6I+ZyCdSBrmFUsqksTc9sd/uce2JE1gG4eWeau&#10;LPcG52JYd3sMfwXiH6y/d9Ym3fr1mfsZM65R15SB+E6s8FFldtcfCY9dB6ivxre69q9nY0iv+sue&#10;5xnuab2d94p77pf0zEGmM57p9El/8ziGx2iz8nfyymTM0nXXd8vI9LiDVRxJ9+RX53GUg/A4re7V&#10;1+dJoz4HnSuXo/FA5eyUD3CZ9BxRxZ/h88hHY/5al6r8nfJcxqrM6vqOvMQbVcYTrOzfnbcEXczS&#10;+S/4Ou3/6MrPM2TnO8mrOmdCOchSnY3I9O98R1d+lZfu13cZqzKr6zvyZno8QcePkd+KZ+zsX+l/&#10;52wR+fqnyxd50P2Oz9L+nsXis/I9r52zhFWZ1fUdeTM9niAb/5Vb9DZf7fu52v8zXVX9X8vu7O8c&#10;9Kr/a95d/6/mf13/17KrMqvrO/Leav+Aji0+huGfdHzp+CuXaTX+q9xu/4Ce4avOn2e6Ws1ZfDz1&#10;MU55xax8RTf+a/qqzOr6jrz3sD/1rtb/ei9rm9zXPuQ8ms//PY3OkX1On83luxiBzoX5ngEZ/D7l&#10;deVXea1krMqsrq/SZHocDAaDwWAwGAwq6NxcP1c4wEejksvXHx8Bz+ICWbv7HszVOoL90s9EFWer&#10;9mO+ZzyLC8z2MiuyuIDu2dX9/yfrV7UVsTa9nnFu2J97ngdy6HXnIne4PNJUa/TOLpke9FygcqSV&#10;vm7lG0/g++/VPlXsj5gTfmOHI1Q/o/Erruueefbve7xR+cIsjyxenXFGHS9Yxft2OLou1qlnE+HX&#10;M33tyLjiAk9Q+X/sjwx+biXjaFUH3kc0Dqfn+Chf+4VzbnxXfVRnJnheY+v0kyxG7f2Ftsf5FbDD&#10;0a24DvKr9LUr44oLPMHK/yMrfS/jVXc4Qs5SaF/Pyu/k0Xy7MzMhD22Wclw3VTmMberfKHvF0Z1w&#10;nZm+dmXc5QJ30Olb+6z6eK/rDkeo77XM+r+O313/37E/Zzv1LOdu39K9A9pvdzi6Xa6z0teV/q/P&#10;32J/9//I7uM/+sdPVum8Pfm4Wtlf887G/x37oyO/dmX8P+HodrnOTl9Xxv+ds44VqvW/ct5ZTIDr&#10;2m87jhD5sJ/OMbNnsjlwVl6VR7V+PplbX+HodrhOT7dT9x0ZnxUzGAwGg8FgMBi8f8Dn6NrvUbiS&#10;t75b4x7vvtfYwAl2ZX9PXBRrXjgA1pSPqAN2PAHrWmJ6uq+y2wdcAY7hFBpP7HCljq8FYha+biR+&#10;FvB9rL4Ox2/oepUzGPHRmA1tS+ML6KvjdlXGzv5dXrtptE66D97luFcdQfa7I7T3eI7rlKvpApHm&#10;at/KdMT17BwLcQuNszoHo7/PRT3QDXol1oXfcfkpQ2Px1VkBtUXF0e2kcZm0rsp5Ukf9LaErdQwo&#10;D0tcD/torFDTESel3Cpe2KGyv16v7K/xcdo9bRI9eXxL8/L4dsWrZfyJ21z9mHLIip00AbWfxx89&#10;jpvxe1fquPrdMdL7+wSdOz3dt+XyeBza6xNw+ztvQD76m5TImOkGVFzUjv0rHkOxkwY9Ku+Zyat8&#10;mL9H8EodT7hDyuUDV135lhV4jjEus5nvtaAPOV9Fn9CxqeINvf1W/XHH/gH1f8rjKXbSKOeo46DK&#10;kX3P7L9bR+UE8fkdd6icn+7HugId2/Tjey3ig2/0vRzcUx1k15Vfy57vzteDyv74MuXUHTtpVCaf&#10;dyrfznf6h7eZkzoG1Aa6p8fHZ9ettpNT/k+h4wdzzOzeao/d6rrvJVqNW35fy69k6daut6Txsiud&#10;nNbx9LnMd13Z/zcYDAaDwWAw+Lug6xhdz9xrHtntSYx1kL4rZadMXasS787Wgu8Bb0Fej+ew7js9&#10;R1Khsz+cAOl27K+xFtY7PPcW9HmCtyBvFo8kTu4xG+e0iD0636VQ7lbjFQGedZ+jPLTHIDwmq/y/&#10;6jNLq3kTQ6m4GC8X+TSWoxxyxylpPbX+Ki98zo5ekF3LUblO0J0xcY5HuQiNpXc+w7l75ZXhCzxG&#10;qvXz843OwVb+n3KyMr1u2d5sb//Yjdinx3yxbbZvm7YCJ+JxYuyt7aLTi8vucp1gZX/s6mVmsf8V&#10;j+g2CjAHqGx6kp9zQd5fsryrGLDuD9J4N7HW7LejKu5VfY3urVKuJfMZK724v0OuE6z8v9tf5wm3&#10;2p9+SVz9UfbXfrFrf/wGeanPI1+3/2pvB35EeVXlD8CuXqr6nmA1/6OecIy6B+UW+2u57odvtT86&#10;pBzVy679yUPHDrW57nfZyQd/rvyfy+s+P9NLds/lOkG2/vN9RTq3yM5fq24cK3vR/nX/wz3sr/O/&#10;6txyoLOb93HNk77Ms10+Pv/LZNF9GCu9+PzP5Rp8TLyF9eLg9TD2/7sx/P5gMBgM7oVs/beKZYC3&#10;9K75jmc6ha7XuvG2ip2eYFfX9ywzy0/jP6u9kQFdl74FXDn7UIH41+5+zVuwo2tP/wj7V/lp7Edj&#10;FX7GKeMIHcQtPJ4Od6a8Lv2PM3HMfZUP455/J3aqdfB3JFaxkqxuGpPRduHyKLJysrrC/7iuNY7v&#10;Mqm9iFM7V7iLyv9rjF/PS9HPlPOtOEIvB93BnWj56EXP1aAflyeLOep3P39LO9J4OvJ4G/C6BTyW&#10;7HxAtg/bY7PEz72uFYen+Vb64HnixhUHu2N/9/9A25aOUx53zThCBxyV8nGuw+7/XfujFz2P6TIH&#10;9GyPQtNlNlZ9Zfb3uYieravyUv0ot9jpw8vh3glW/t9lyvZaVByh64Q03fsf72F/ZKKtZTIH3pL9&#10;K27xWfbP5n/4QvWXuo8Cn1RxhK5T/H/X/wO7/g7flOk8m8Pv+H+tWybPPfx/Zv+OW3yG//cP9fdz&#10;sHruUOcpGUfo5ejZwap9e1rXhc4zq7OZbjfFav4XcPtX87/Od2bldPbvuEW/d8/531vHvdc7g/eF&#10;sf9gbD8YDAaDwWAwGAwGg8FgMBgMBoPBYPD34RF70dn79JHBfhP/rPa9s8fS32kRYG9M9nmEPnVv&#10;qcPfaVxxiexL83x9/wjvANIP+zeeyVN2dTnNR/ft8ansr79jwr4j9tnpPrcsz2pv8K3yd3v11Yb6&#10;HhCH1hvdsodM+wT5PattV+jq8sgydV+k9o2s/zjYr5bl6Z9qb54/u9obsmt/3stE+vjf37Gh9n9t&#10;vIb9/XcH1D70ww7sI66gfanbyxbX9bdFOqzsT9uhTzs8/6z/c538eZeb7qHUfZsB2pu+a4l9fvqM&#10;7rHVfLVNkobvJzgZQ1QX/q6hrG8rqFtXnvqCzPaMvfiGVZnkqe/vUZn1/XIn9ve97lznf60n55J0&#10;nFRZuM939IrMei5E86U9qNxXfNPJfnE9X6G+AHmqvk273PHn2dkBzcf3lq/kx49r/gF0p+9iUz0y&#10;5vt8pdKxz3m0TtpffU+v7mXX+ZTmkb3bj/bg/fB0TOCcUzafcWBD/+3Mahxm/bQzliPL6dywsz96&#10;1TEL/+ntSO2v/l33mpPnif31XCLtV8vM3l3l86zK/vxPO74yJ0C+7ONAfnRHG878Orqr/Krne+Xd&#10;dYHK/uo3AW0xixXomVFd31BXnR9W5xsy+1OujuV6Xc+lep/Scx+d/ZHJ29cz0MVdducWke6q3N14&#10;d9Ke9N062pc+2nmKwWDwofEPiCRqout3vRYAAAR5bWtCVPrOyv4Af6I2AAAAAAAAAAAAAAAAAAAA&#10;AAAAAAAAAAAAAAAAAAAAAAAAAAAAAAAAAAAAAAAAAAAAAAAAAAAAAAAAAAAAAAAAAAAAAAB4nO2a&#10;iW3rMBAFXUgaSSEpJI2kkBSSRlKIPzb4YzxsSNmxZPiaBwx0kOKxy0Mitd8rpZRSSimllFJK/df3&#10;9/f+6+trSoXfg7Iel0z7EulfU1Wf3W435fPzc//6+vpzfst1px5V1i1Vvn95eTnYY+v0r630//v7&#10;+y9Kdax6P6P/afvP4P+ZPj4+ftoAcwFto64rjHbBdYXVkfgVzr1ZmnXMOLO0+rN1ThnSP6RXUD7K&#10;MUpzpIpXaVb/5/yR/V91S/BFH/+Jz7iIL3KczPmjwohf4ppnS5VXXdexnpnNRVke8mNsyvMsW6af&#10;VJxZG0i7VL7P4P8Otpv5/+3t7fCOiH14pvfHTCN9QZsgvNLinPZH/J5WHcs3vJeRXvd9PpNp0p66&#10;si3nHPjo/p9p5v/sO32eTEr4sOxY7SbHVMpQ9zP9VN4jr/TfqB1n/67wSh8f1vlsDiAeZeT9J+89&#10;itb4P4XNmG/p5/lugO2xYfbr7Jv0vXw3GI0V+T6a/T/HkPRVliXLO6vvEo+irfyPL/Ft9rWeTn8v&#10;6ONJjrXZ92bzUdaD/Hp7yPE802TM6TbpZJlu+Tvor9rK/6WyUb4Dlm37e3v3Ne0k/cD7BGnRpnjm&#10;FP9nPMYk8iLNXr4lPer8r5RSSimlnlOX2ufNdO9lL/nWlOsgl7BhfRvNvmv699RftfZ5tT+sOdSa&#10;yWzNeo3S/31tI7/zR9/8S2shrJv082soyznqR/zjMbu/lN7oepbXLK1RvybubM1pVua/iv2y3Psj&#10;X9Y88pz2wjO5zp5tJPdeOWcNl3s5JrB3sya82zrLmeuJdY/1Ztaa+rpShfc61r1MK21Xx/QZkFde&#10;ox6nxHol90mXve6lMp+j7pdsb6P+z1obtmY/vms09le83Mct6COs860JP1Yv7JdjXv+3IfchEHsZ&#10;dcy1yrRVptnzGtm3/xNBnNH9kf9HZT5Hff4/xf8Zf/b+kHbinL0Zjvgz/8lYE35qvfqcl3sC+HpU&#10;p/RBt09ez/LKsNE+E/ezP3OdeY/KfK628H/fRymfUKY8LzHWMX4yltGe14afUi/CGDf4jwAb074Q&#10;c233fx9zco/ymP/5fyLzKPX73f+zMp+rY/7PuR079H6SdS318Sl9g7+Iyzy2Vfgxu2cYtuT9Oudh&#10;xnDiYue0NXud+DP3KI+Vg39r8SFtJ23KntnI/6Myn/MuyH5b1il9R9/OumKP0VhF3Eyv59f92fvB&#10;mnDCluqVYdSDuaT7N+fy0TcYz/fnRnn1MNpA34tMGxM/856Vufe1S2hpvUA9vvS/UkoppZRSSiml&#10;lFJKXU07ERERERERERERERERERERERERERERERERERERERERERERERERERERERERERERERERERER&#10;EREREREREREREREREREREREREREREREREREREREREZE75B+Hl45q2TuOnAAAAVNta0JU+s7K/gB/&#10;pYUAAAAAAAAAAAAAAAAAAAAAAAAAAAAAAAAAAAAAAAAAAAAAAAAAAAAAAAAAAAAAAAAAAAAAAAAA&#10;AAAAAAAAAAAAAAAAAHic7dbhaYNgFIZRB3ERB3EQF3EQB3ERB7G8gQu3piH/ignngUObT/vrTWzO&#10;U5IkSZIkSZIkSZIkSZIkSZIkSR/RcRznvu9P5znLtXf3v7pP929d13Mcx3OapsfP7Bj9LPfUvXUW&#10;y7I8XscwDH++h3TvsmOVfbNhdq3N+z21f9U3v/6N7l+263tWOeuf5XqdffvG2b+6XtP9y3O+71//&#10;1+d5fto/1+z/fWXbeu7X79u2/frM9+e//b+v+h7X96v3QK7Vd/ucRdWfHddrkiRJkiRJkiRJ+vcG&#10;AAAAAAAAAAAAAAAAAAAAAAAAAAAAAAAAAAAAAAAAAAAAAAAAAAAAAAD4QD8K+ay4UtoqZgAAEXJt&#10;a0JU+s7K/gB/q9EAAAABAAAAAAAAAAAAAAAAAAAAAAAAAAAAAAAAAAAAAAAAAAAAAAAAAAAAAAAA&#10;AAAAAAAAAAAAAAAAAAAAAAAAAAAAAHic7Vyts6y4037/NiQSGYuMjMQikZGxkcjIyNhIJBKLHMmb&#10;/ghwbm0Vkplf9bO1u/ceZk7xdDqd/sxgtBmM6buuW47jiEYBxvLnrUG4A7AYowv6Oc150q2Z3dh1&#10;bUEoDyd82APKd+kLBZ8wDMP/fTlinstbml518N7rQByUXo5A/PUGXGKREZOEx531kyoia7tUHiZ4&#10;VOmreJzY4vI2vyeUtyzLZLRyn/JHSzwKi+k4ehLAhEzG8iFzkRyWgHJQsP6zuQTTdf64421+T4B3&#10;XGfdjfCHrC89Xo5cBQAbI4MALv5qSEVnVD8suP7wLaaPGlGwJ599+rzN7wkZ3tU2DazjETQBWM5F&#10;6Yl/O/h123Ow9REKwNmuHcreyD7a8RJMpxaknyb86/g2vyfodGyFfjN+6kZmlnZejwHomwGVfEkD&#10;PsE1Lsx61Qx7+bmHL1/bv+tw/2c0JMVAvM3vCa2eNK6y/8BGNoYNfVnIPs6w+oWUPU7hqGL1mwYE&#10;YOOOJ4P1br4LoM+zJVMJn32b3xM6ZQdS8zE4awxLAPa26mFt20ILN0mAB7imRQLlqV9R0bM7vA2n&#10;4ei7cmRMqicBqO5tfk9Q/fwhAQx2hAObBFDIF8CDrjBBk5bhQY82rm27vvcolcNPzhYZmmo6usbu&#10;q9WsAeptfk+AxU2NCvMn6XwsE0mgvDq8vmtQADMSDfQA93hbxDOGFBMbSXMJrjPkLtE26t/m94Ti&#10;0hUTZkMOMRfLvTrir/H9R9oZZkbjyB4ACqDw18brYusWBZsEBIBfVHj+hdOQvM3vCbqsemxNoTWi&#10;o3esaUvo7RXH2DQMeLSeHgAcbH3fNsYWzVgm+IAaSAC6t2T+WR2+n7/9fCK5feHy2tapvP9gK/0m&#10;HdVPZE+v/OuyB43JqpwHxR0eUQCWhPhxrA/mbX5PGJbPVrYrqOpyc1ujm9OeKv12ctGF5KoH2J/S&#10;yt7pFoKkEJa4prV+Hw3J8AP8lyu6uQUux2ZWcm2QvsJQz1hLhhGUYEhg/5Mpj8BFdnfh4S/wpA9v&#10;83sC+eoeXvVze/19K84NuD+NdRrZFzF0Iyy8xnMQI904lPOgRRN5fXkJiwfXaEtLyPvb/J5w4It/&#10;8uoDL+FaYnzcxbMqrl3j5q67BKCL5Z9my1ZgwAMfBHAGfWnEJ6Yq09v8npCr1Vs0+TMY14HH84Ft&#10;7ZuRPP4WMezb+ikfrYGQRo+wCKDSDSSZKwx+m98TuoGXfVvwD9uABPR27LCtLfr/pwAwR1RO9zNK&#10;HPDIbzlLdCR9Ov5tEYlzX3/+Far+dvAdkY+4cOZ/zsAe+ONHV/ZtdI9+n1Z1/T8T/VjBbunT0HRf&#10;7//dUlbJF5ueOM1lA2c/PMf75PYvtEWqd2fpmGu1W5ZiNmZOkik0Fz3EDm/zewJqMez83SHRQVP8&#10;x3a92P8zswHpvkCHYw0T10/ecjYlGkTHWNfgEWPEIgHz9fxxGcG9c8yzcujVUBy8Wfv+yu10imyk&#10;NeTsU2AUyeLBp2rwyJvFfb//U9zcAPQtRXxwdBVuAyQ0LCj7x5ubAPiYTxadu5lPjvJVWHzd66Gu&#10;PwhAF536+vx3DnjW++rXFZM+uck0Y3TsEE+33H495j455FhdPjb68F8KgXizGEiAv83vCZyt9eX1&#10;OWJvOeu/LOTNb1facz7WfLr4l8MHwTIlfKCUwmrUqfKr89fz5xUdgT8Z7+6q+lSXjgQAPl31ku6Y&#10;WmW4OEAKQD5AOLacvt7+MZ1Ibj28O65//MPQdmqwuFEW77e/7HeM/xtFZ0Zf416wjV7N6W1+TzgX&#10;WfOZppp/1/9YIRGgXczHqgtTlsAefXTRqhokltOxLZGyRQlMWBdSy9f7vydJ3+PC8bF/X/+95kHA&#10;HcZgzxXi/kwO/UHYUsgh7dm7GeoGb/N7wkVz6PpOdUzjvv6UBsB8j1P/SfqGkQPhiYPit/k94aI5&#10;32noy8xvWB8xdNqt/73qjS3OMymH/5y/DELAt/k94eKf/xCa9tP44epXs7/+pwZwhpw0ILhANjH+&#10;Cv+YwFx590cDBrQBG62qPT9VjUF7FxYLhwRw7hT3I/xjObriceX7CjkMX4Zi54ry2xyW7fyULb6d&#10;yfMygqlQwQfFxWMWQNu7eaWd8ivrnzAE+rgz390qKnMiKjn6FLZIgC3Y81h03WfgfCU/fYfZE/Qq&#10;519Y/+gTlD3LGw+XPisKYf/oNtT/IEUMCQLiO2NGyJqmlkKPgzLpRQToIjg/f33/S4fdPrYscuXf&#10;doMvblCN4WEpt2WOa5gXtAjLRvRDz0nBEuucuXNOn0D7TIkLi0v0Nr8nIH+lpu2o1Q7jl8SF3prZ&#10;XfpLqytWTfypHaJnDdg4e4DNVKBEb/N7AvNX48ZuDqzkPg0UxXJmN5oeoxskuVJcGLFnri0uE1TD&#10;+hnz5mvm8rFFBVHqB/hzfs9v6jrJlwkrvR3v/8gxHdaBF53WsAR/tsJg5iRGzIHMXEAHEXlQobf5&#10;PQEXD3N3G/p27PjuOdl58GATjrOc32cwa1ucag8URPk9ZT6wNFb2SAABjLBTdg3ieZvfE3D58dCK&#10;4Nu1xe05Pb/jgNYQd3U/cq7o7PbDQjj2CpjaHBb2tCb8DREThm/ze4Licjbs4EiMzC34S2gAsPTf&#10;s5FbaxG861AIYPGGlDnvcaVHNFjHn+Dfo3VLAXqeEPPlz9COSCOUOSwfcbo2wsFXHcS7azERrCL1&#10;m45Khm/zewJ2suCCTtT0pP708Mam6W2Y9yUk65fziKMihynMq+tXVARbRqontHGj2Nv8ntDiDsbc&#10;7a271WzHBzbxNlAD4KUQ0AdES606ffcHQEXMcArOc8XobX5P4OWn7GdPPXsFk1VhW8JAwYC6Vwh3&#10;7pBS1DN8YptDyCmxAbDcKPY2vyco4q71RBlcXraWit8AsHJDgJRX3RPc6dTqP7nwZT72EiRyLdFy&#10;p9jb/J5Q0542cnNbpX9m+5oaCUE+fy7/bCSAERrjXHCJTEA2Nu+fTOu/lvj4N/ofOV9t13A194EA&#10;SmTr/0n1uGWi0YClnPFx5XjBQliwzEY1dyMBDfPYLPQ2vydg3944b2DWrib+Fqs3nOyzyzpDSsca&#10;to9k5DlbYuay4pAEmY6/2OLi3fQ2vyfkuFHX2jZdzY3g1Q9HTfYVBwBzmn+GQ658IWwCU7bI5BJq&#10;fvTLclbJvr//6VLYWw87eMW5rrFdyukf9pragE/AsxXaHmvKkMJgu9FUiL16Cd/m9wQ01hkj+3iN&#10;d/AACK/xBPt+dLWyV/6CWz20Q+JN0PH3RtpDet5+iH8q74wCcFd3KzeFUE1goI6YczKia8En3rJW&#10;2CJr/ci1c/SlTvn8BP+yUjD1hKfWXPUfWdT1bzuq6VqqbSvMeTlIAI14MNr98OdwHPvSIM7FR22+&#10;vv6thjXV3tfM3i+RgPYPh7lwYu64v52yXu7YsSyKp95aa8fQAQP/m8EfgFLi1/s/nfJl/5PTtnBr&#10;M/nDRSfI/tsVqNvVY7NfnX9aSDvG6JN3XPNG/jA8sJbIgbrA3ub3hK6npTfjEIeOyFP9fl35/HfQ&#10;HpvghIQkAJ2OGBLB+g+4X+r0Q9/BlyEKitwF9Ta/J6jeI/22o8S/4VEWkAqPf1wVgMGcx2Mxjx/4&#10;AifPWAAKesW1w98I+cBfiH8cNjGQz99A+wIoMCrF/A9/V9xCthBgHiE27tkloPmXYUw+DahR7E5/&#10;/f634x8fPx9LhI5PSvVTAHDG9A1Ow7EAJhwO66tPZOMSA/Y8F7ufYlogY/QD80+17NHRIANYc3D0&#10;yH+jAdgxZmhuXVEdaoqIGiXas2sOgqCqKDmU8wTzId9//tXuDtitLel62eYmfcp6fmaO8Cach8Si&#10;fksC6NoqNbIGyoSpmUPEREmCUUKYfgjr1/s/tP4de3ZtA45QXvJmNbi8DZa4Pc9yojCSt3RJQIu+&#10;UTEbMAyJfxt1j5kiFGn4Df8PG3Wa6ezb5rGFCJS7jnZE0CdhYBXYTW4x6sEsN06KNhAggrFIHDX+&#10;Av8N1njKZ98272GwAWcnZO5rORwy4Nt5EQQQJ38goKcI/lFacz79wh/gD8o67HE4+9ap8ScZLO82&#10;WP+NunYDYBvMOdva0fGnigsJ0yKNietSxLMcs9PtGEJ27uv7H52FLbvxaCtoPCQ+YJKDBpvAIu6m&#10;NgO0Ge4Iqc6+7mhMFmYBizOkMOmxbyWiMlxI6b++/7uhoz5y9gs4o+XyHZX/8W+D4rCnMTwHTOPB&#10;LWVP4RqIg5QDsVP1HMpJX+//VTsd2MYXjqAA29kNA/tfXyMwqTyqLb4ex37NAKnC6cY/mjON8PX8&#10;z8FFsuoQs1Gv38adjivbf3L04ZacwLPOodg8F3Isq5/gcGjPUbp6H47WX8//Glzk2QVo5pkXqOsF&#10;7OPLPOCgr8xGRP4B4l9qd12xFabpHF75AhYSzYPWw9fnf0/nfhvqDT8U5A31HptlHTgkBlIory0t&#10;3vusGx78nNk84B4xceEhgHne/dv8nuAy128OuvziyoHWot+qOnMOfHEP1Gc27AHT1Sh1PI7EMOIc&#10;EAjw8/X8YzonOrCspW8CYA1w08TXGRg9YWJ3m2jEsQC/Hc+6Gf1Ur8Us4Gno3ub3BOPttQXSZs/J&#10;Vqh68mUGx2rr/R4TtHfvU99Vqg00hewDl034p+osjM5v83tCp9R4G3x32twkcEnGD3W0a1qPub+o&#10;Ng3edzJySww3RNYv7l8f/8MpTUO9WLMa9K3KoW5TEBtdkgFT/+vQ/9F2MIEfuvIIt8GtXyB8ff5H&#10;caXjWDDn4eoU2K0NJkecjz2l4msWmCXQo/gGDiHQ7aFR8pzT19e/+9qztK24/r029Ta3rqP1z2Tj&#10;ql6oyfBC8yZoySfgswMzoqRROttf4G9vDX+a5iC5DwBofHbn4RNrnXnv/fBnJp5yBvXM78/a2bGv&#10;i/l6/l033gb6Qnve3AVpbkgNOyx+7meDm+6nwfwVAN2hd6ueDvX3TV/v/3LHMyFNeJMft3eShzNi&#10;XDxjDyxJwJ+dEiSBbqZdcvWPnY3i4evrP97ZsIIGpBhmVTw3VUMdngTE7GY7upkLI3pep+HWKVH4&#10;kwM1neuPy58X6Bf6/vtvvDs8DDRa1ZfFHkOxZCQA7fj6M1hsqOzAAWjgLrA43FtFahtc/uM2ZJwW&#10;8l/v//VmpD4vOsrQFVpCHvvWHSsIwEBxf9pX0zjfO/RqP95cTnLXc/wQT88JzCZ0Ccc8fH3/0znm&#10;hLp+nQQL1L89DP7tccH9PJmUmerur7twTW11ybqOkON9qUVHhp/o/1enBNrpdotVpAZASurkFV2g&#10;8+En8o2Xxp/Oc1IcJlNKIWcYE/h6/5cuKyL+Jbr9hByY0XAV/5ZC9s/wDwxIhOTi1e2+J6cVDtHP&#10;kdRkxe3wNr8n4OnGweyUggX/jozAWNN/tJn/veAMGn6vn0WKAPvRL+wvsj14m98T+KpTPOsjX18V&#10;yACc6V+sCPqw0PhHiPXm01oZjmE8O8c9DEihXNBh+Hr+6MpRrcOs0LVQZzh2f1Y8CpfVQVYM24Tm&#10;Wtvy/P+o++s4uFrF40/cfwiTfuX1Ie+b6I7Xc4bjfiRsA1KEy9A/bTPSjxq6Oyzr/pY1MtWdXtFf&#10;epvfEyCpgY07HbqxDv5q0dbtZ/77uKI/vO6+g5zPCj2vOBJzpodJANcw9PAD998LBAKBQCAQCAQC&#10;gUAgEAgEAoFAIBAIBAKBQCAQCAQCgUAgEAgEAoFAIBAIBAKBQCAQCAQCgUAgEAgEAoFAIBAIBAKB&#10;QCAQCAQCgUAgEAgEAoFAIBAIBAKBQCAQCAQCgUAgEAgEAoFAIBAIBAKBQCAQCAQCgUAgEAgEAoFA&#10;IBAIBAKBQCAQCAQCgUDwv4D/BzR/CDSC1LItAAAON0lEQVR4nO1dP2hcRxr/zXEgpZQMW6TaIiAb&#10;XMQwpDBIBhVJc4VDHFjDNUkRkAwpXKkwaA0uXKUQyIIUSRO4BdskRaoUBlvg4nhFCoO9cIWrFAJJ&#10;1zmq3hXffJo/b2bezNu3knKeHyxPu2/mzbyZb77/MxJ1XaOgoKAgBX877w4UFBT8dVAYRkFBQTIK&#10;wygoKEhGYRgFBQXJKAyjoKAgGYVhFBQUJKMwjIKCgmQUhlFQUJCMwjAKCgqSURhGQUFBMgrDKCgo&#10;SEZhGAUFBckoDKOgoCAZhWEUFBQkozCMgoKCZBSGUVBQkIzCMAoKCpJRGEZXSHEZUlw+7270DikW&#10;5/Zu9NzlDnX66Uvuc7q2K8Vya109zoud6p8TCsPwQYo3kKJumbTX6mPWy1sMFw3U/3eg99qeQwuv&#10;AbzsUOd1a6k2SPEvAK/VNaf8iw6tvVR1Y/SzBXqvrY71myCaneuZm3+f58PfK0hxBGAJUtxBVT+K&#10;lBtjPovRxBRVnUtstwA8Vt8mqOrbvffqfLEHYARgBCk+A/ARqvrIW1KKNwBW1LdXZ9O9MwZpNkPj&#10;l5G6rgC4pu4tAACqWnChi8Ew7AmaJ+yF1Bw0xkBd1yGFe+8tqvpPT517AHYB7EKKEap6bfbunhGk&#10;eARgQ307ATBVjC0VDxtjQmP7GwAEx4Lm/Zn6PGjp45vI3evBxc+o6heQ4hKA/wBYAknxJlO1JfQN&#10;VHUXDaMJYshXjV9Gp9cmjQ3VdRtSTK07VT3u0PYYswgpKdZ4HC4Gwzg/bCE+kLue3+4DGAOYwmRy&#10;Vf0IUjwDqZmrSuNoSjGa8HFyDzUzvYKqji2abmgy6wXkE9cEgN23qv4TUqxG2l1W7R6oT5vAiN0f&#10;ANDjHFflbwL4BcA3gXIT0GK+AeAg+Kz8uXgA/zusIDzeI89v48x2YzCZ0QGIcbt/WwLyojCM69BS&#10;vQ1sz05AizcHB873SaDcFmjhTGAPaqwOERFJsUOQFFsH8CSzj2cDKdYAPDd+yRnLdQAmM3gbKEeL&#10;z5BQBlij2EFVP0FoIbDEN9TiKGiBp/g8ns90X4pcBu7S+DaIIfjo+CWIfu5AL9w+cL+ThmLgYjAM&#10;ksJxlZKh1bfpzBKX6o89bYxAnP9+axtSLFtaRFUfKaaxrhZCqN4i/A4vF0N1baqnTUwS+sumAi/4&#10;YwAfBswsX/3NjLrsN9gA4DKMrwHgdIxI4wgLjbDW4JqIB2gy+RiGYFs9r54rfOJwaVzPZZOOpTgA&#10;MYxn0fkMmWn27/ey+tmCMMNgmyuXI0lxK7pQ/v9gq8MAE0fbGAyRp/r71FMfxsE7TVtWSxyX8TXr&#10;LoMkH6vV7dKK/AYA9V07UUm7WQCwb5Q2n+1DSGtgE5HbPILPNxGCHpN8R7F+RsgH99oRcObzJ87V&#10;xD2Qv+NtS8uh8TJ/vxoo0wkxDYNtrnHmMx9Aiu8R80JfBKQ5gswJn6VMbHEdg9TVEFLUU1Zvw7CJ&#10;+hjm/OgIzyXvnDWdoh9naHf7AD5x8g2YiE3pdw9+4uY5CplMYRPx7GDOywA0XwCN88FpGc10Tfic&#10;nr57TceuaaaZJqZrvuU5sKNoN0mkWExWVzWWABxCiv68zD6QmhqKWrThFfJUUBdDkJQ0iSLWVggH&#10;LWpnu3rabqoAVX1ZMY0dT9j3G1BI9dBiGjGNJBVmhISJn9p/5JR7Ap9WJsW2up/Xbn5kYCUxh6Gp&#10;iVT1ptGu6Ru6bs0Z0WvXaGBTk7WRooFuKXM7BxajSvFh/BdSPMxoYGj8/RxSzOxoCWAAVlO7tBEm&#10;0DcgBnCzRUUfgwjy5lyZYp8IqdxV/QRScHTgEFLsQWsUAGkJn3ZkzO1IkYDxMu2+m7PDRnuRDPMn&#10;PeUghREsJD7LhMWoUhhGlzCbiW1IsT6HvARzgLYhxRaIqLsvXi0BVjLMqXU0HXo5WGnJMeAJfqm0&#10;DR+GM7TPuAM9pkz0U5Cp8Eq1kb4ow9EKV5JfQRp9tZUZW99Sw9d9+DBsmHQ5gBRdQrB5IHNvyfh+&#10;C6SRujRMgpWZUCzypOforfnzWUVJwnkJ3bED4CG0x38BpNGkS8Om1PpWXY9bJNpDhMwMmrx3yJPK&#10;KVx/CSZR9AHq69cgf5X57CkoX+EqdPan7VxshxutMG17N/5/JeO5PrydsX4/oIVq4rn63TXNU82f&#10;VLjRtseqXb9PinwuK0FHN5lVAHDi0u9ZhlX792vQy6ypF/wNxDRWAbxrTdEmhKTWUuQeQI42Zhjr&#10;sBcST94nicwiLtlSErdy7HXNJEawcykAeq87KjRsPvPL7MiXG62IS/L+nOPNjMo2sEYwzHQOvvKM&#10;CeeWHEM7qndBguySUzbVf5YiTLZgJxJyu4eedgFiGBugd/etER6Tn90b55GHMcJsKnwTxIAWHW/+&#10;LqT4FvG0YZZsA2hH1Zdo2z9ACVrs9XdzB3iR/TOx923g57/t/ATyzj8Ajb2rpRwDuGcx16bd/Dgh&#10;EtSm0sdzTrpuD2iq1aGMyjbkmt5TmD4wbc7uQ2tTz0D0RA5lyh6lun35MIhBLoA0bspMpqzjVdB8&#10;v0QzkvSruoYYxtfquufeiDGMZ9GOdsN8oyZVvQkpdqBt5xUQl/VrGyyxibEAwJ6RSBTPMKTUZ24D&#10;qg63Me0xF2XptL3uGMB2xp0A+AHEKMxkIjf7sx9ooqa+0DjdCzDylKgTEKbNUHi2b7hC5Rd13YG5&#10;L4Ycynug9cTvlaPNDFvu/6SuP8DcylDVtyHFNVDI/lurBtHuMZoaJgsX3nTWWKsxhnEXaR7fFNhx&#10;/3mCmIAAbUvmAfkOfk7Ki2QDZK9tesuEQWqg3tbO43Uz4xlp9uwsNi9pRPdBBDsJ2K3meO0nOalp&#10;Czirr7GMwgcgJrUAYoAbADYCNrYdigy37R+PUPQr/Jxw/kL6M3S4lBiEvZGO6Upnq84aSOB2mRHv&#10;GwLMbPeyKuerTZslpRg7EUZmOg3tAogxDOrAB6DFtp7SfwWX86cRX9+o6jXoLdsfRkqyRP23l+v7&#10;JQHvzmQtbATNxVNDfOwUHCAsUUOOQhdDaAnuRyjsTKne5ia7NH+FzWDCdfRiYruaIy+sprvUnJIC&#10;3yeYyc+SAMbJWKn7cdxkvXXQ2PiS+DhxzwfWLtrSv5sp92S27IIY1xgA+7dYANz1PSjuw6BFkSd1&#10;bZtrXjkYaSAiTpUaq/CpaH5JwLsz2Xlkq4JpfTuCFNdBi2bHO06a4cXPp+iyfZme/RM0o0mL6hBR&#10;/QFNxG0M5ncAJoGaavoGpDhCVZsHD+UmFrn9G6Ob9B5lJjWZtP0KwGpCqjxpvy6k4AW94xE2sUOZ&#10;FkCacZuZzwLfZYr3QQyatYwf1e97ITqYp9Nzvv6K/hAK6b0O3udJJcI379xolE3DNqSIed2fRmvn&#10;bJlvMooTmPkr2nH8QYNomj6OUNiOy2+qdpqSl/xNV0Ehd3NRpO7QnP0Urv7Q7jeJb7nfSCzn5nTs&#10;g7J02zBUV1uTpZyMbRD9DcDMOmKai7ru+USvuEOrj+dzh+ervaRuq9b9aWoBtMAGUQlsL0LtnDUT&#10;n7ra1s22TDMC8I0h7ysBji3Jb9dt9/LrfBTdfxor9xCjZaVt5Z37kbvt3f+MP8FSmo8z6OOkMd+7&#10;9JV3Ye8fsfMofGPimwe7r64QiAr6/jWMfMfhxYPJ5e24/gCk3l1XRG6eD3nN86TvQU7NcE4I7ejk&#10;0NuuUos/Rb5dnIJPQeaE3wSi/iyrhbSk3m+KbvtJWL2N978pWGIZrf2B3o1V+kXFKGmz13yOJwyN&#10;gxvB2kfqGRhpQplDpPuB+260J5pScDHOwzgPEOf9XX2LhY8fe34bKHvctHlX0DwoZqiucQIg0+YG&#10;iNNT4hnhuFctikyMlIOKPwZpN+b7TUG7VFPDu08BfN6h//1ntLqwozsfGtd3IKZxDXnv2o6w05np&#10;ZQISOqsAvkl0nKfgO3Xd8bRtahesZdkbEB28v6eGEzGsqM9UffZBksCUBldOP1UtlFpnbie/YpR3&#10;cxg4nt0++cRoXCmwBCleQIpNnMWJ5FKsgU/L1jgBqamXsxYQmWEfd+iFHufYpwukuKW0J567L08X&#10;Br3bJVCkYgWULfwIvn8D0Afo3wwcgRjEMar6tjLVjkFHJox7aEPnv7hmMT2f6XWCql6Edooehtrv&#10;34cxb5y3DyMUTnRtfx2utH0BzXaWVTlTmk8AfAa/pJ1CJwFpr3dXiaTzUD6HHZql8GefhyH5fBj6&#10;3nx8GDoV/jvo94vnBdkZw1x+B6kh89i7NOe7SR+6/gmAu0FzttmuPSa+tULmthmqtaNctvZFYV7j&#10;Hd5fkyQXNNF/QBOdG078CHyWp+3gskNZRMD/APAF/Iv0puEo86V0s1YEmL6FZnKOz6G5DPLBrMOf&#10;Js79vTM3p3UutKR7pT4D6OjRiaf8ZegzR93xBdJOCtuEFHwKPI8TRxO41F6yv46Y8gjEuMz++PtC&#10;Z5eMVZu7yvw9BjGs1DZ5kZ+oaIjvaEbfIdW3IcVTkCm+BNJ2Tp3BhWGkgpycP4Mmvmnj6bM8D52a&#10;OgGGFqx7HwgtUvq+Cc6FocUwgna+moldbn/H1vdmhIRxAtpktHdBw+B8vqoPvv06IzTzMPahDxtO&#10;A439bUjxFfw7er2JTQHwRi/GBMBXUROPFvlDkPM4xNxj4NwONgt/hJ7/ONMkn9olaAF5h2/9FU2S&#10;sfprvoemcDvd/g/EJmjCfP+vYwzKCp2A3qG/RaqjOwdeDYFNAv2/QH7t1bHX3j9KdvNJSTIDdARK&#10;/74Gf6bxTsSkeAF+x76ZIG/9jj3X9y6k6j/tbOKlnJXLWoVOCbfrUL/uZs25E7r96zGMgoKCc8P7&#10;GyUpKCjIRmEYBQUFySgMo6CgIBn/A8ba7jvXcwuQAAAAAElFTkSuQmCC"/>
  <p:tag name="ISPRING_COMPANY_LOGO" val="ISPRING_PRESENTER_PHOTO_0"/>
  <p:tag name="ISPRING_COMPANY_WEBSITE" val="http://hi.ooopic.com/QQB58BB2BC/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设计\LPJ\2017原创\000未发布\菱形 简约\WT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A6K2RLKzpha/oEAAAZEQAAHQAAAHVuaXZlcnNhbC9jb21tb25fbWVzc2FnZXMubG5nvVhdTxpZGL5v0v9ASJrsXqxtN2nTC8UMcMRJhxk7M6jdj0zMaoyJxaTsbnqJH1QUFbJu/aQusBYRAb+iIqL7Y5YzZ+aqf2HfmQE6Yl1m7GYvTDzo87zfz3sOnd1vXo07fh15HRqbCHY5H3c8cjpGgj9NDI8FR7ucAbHnm2dOR+jnoeDw0PhEcKTLGZxwOrpd9+91jg8FR38ZGh2B3+/fczg6X42EQnAMubTTp7NjbLjL2eeWPJy/j2JfSgzn4yQ37XO6cKSA42U5t67kFxw/vP7q26fP3jx+8vTrzod1qBUmwU8xTAuXzvTkkQUiVuQ5RgI2xEgsGhSdrlo5ViuH1fSJPTAXEBmaReDI9g45PbQH7uNRv2Z53qLlAM8jVpQEhvYiiRYklhP1pDBIRF6nS57K4b8iaiqq7IRJMoYjOXU6J8+/w5eHZG5WnltUpi/JeZVUFtpZ8nJ+imYlHgkiT3tEmmMhwIPFWnlROTn7WF0gB2mcOsQXFbIXU8IRfHZETpdJdlIuZgzb9X+I7ODS+d/hqbb2eGqAZn2SyHGMICHW2/jE6SInCfn9H+Q8j5MrNml4SkA8pGU3TTZK8nL2DnCp3mRaJnE0r65v2yPppX29DPyImiPKVgZH5kjxrT2OPgTZt4CC1kA8dJYgDHA8tINSLePIB7z/lmSqRvHlfEbJrhi1kfO/y+loO06a9XDQdB7RxGswQi/IxT9JptKOwo8EgfIhyc0NQsMCPJG1A+GeQ/CZCi5t2EG9RAIUfm2/HYal+mkfpTW4Nk+Nfm8MUzwPScPFNRxfqZ3H8Nyi1ujJmDq5RDZmmoNlz4aAXgSgUjTFmAa2dvWeRHbU1FtciZNwXMleWmYHDfEgr9YtLwL0d1IPRTPIK0H7eLkBSdSlDcxok5vZw5FJJXcIcajhI5hivJkiUxX4q5zMq+ENCAsnP+mF40FdZ1gvGnzQASqlBV0uqLurNn26JlM3XDMygCNRvLaq7GZvd8FhdsGOmn3GHa2bb/XlZi6s+WEk1ro3ggexFE9ztxWNzKTl43dm7pai4dKCHE2Ao6RQuJ4rXD1pOm+4C/Kt7B7ewTm71bPsC75a+E+y17aemne2M3VX7wRDht00SJ0ym8dTx9ZBCLYuyIK6eYGLCXX6pHZxah1Msz1g0hB32MnK8aySm7cOZ7kGw0z6ziT9kFezE5YlrI4fQG6BFuE2RU6PyN56O6A+zkYxb6m8XnbzpKqbGXUlJhe3zXVvZ8d0D7q2ZURaZLSr38ESKDbsBpBYdT2Bo6cWCAN+1Ajc2A2tESjZSXy1BS0pF9I3l07tcpFcliAUvBOTJzP4ard+5Vpd6v4S60ZEZsZ2bM05/NdCNEdQH66WWjSjsnBVFBDFe3olD8V6kHY1i6/Ip1GLIOhxLXZGFCSGcmtw+eg3OTlHNsukkFVTEbJZskhlXOC9qIcCuka0iSQ+iHV0dFjkaPVFh2v33a3kx+qGLRKYXU0HUZPsezy1ruQufmzHIlLu60ADZwVWf/o0gZYeQCINnfe/vSv0dq7XihJFytPrh46HqyEIm1xJ2IH7Kf45KJR+JYda5bQs4bMPOHJmh0VPteUkm4A235lm6BeuCC1ike6TKK9Xf3nDfrrYkpfnYUHi+ZT2wjA9wa2SeXopFkS0hY+c5ZTqvh0+feE0NAfG2zhfG+7PSXzzFNK/xOh8aPpO4x9QSwMEFAACAAgAOitkS9wXQPwjBAAA0w0AACcAAAB1bml2ZXJzYWwvZmxhc2hfcHVibGlzaGluZ19zZXR0aW5ncy54bWzVV99P21YUfs9fYXnqY2PogDHkBDEIWjR+rcm09QndxJfkDse27JvR7CnQskFDgJcWRtkEaArQUQadulFE2P+y5trx0/6FHcchcQiiCW2nTVGU+N5zvvN95xz7XIv991My9w3WDaIqAb7T38FzWImrElESAf6L6PDtXp4zKFIkJKsKDvCKynP9QZ+opWMyMZIRTCmYGhzAKEafRgN8klKtTxBmZmb8xNB0Z1eV0xTwDX9cTQmajg2sUKwLmowy8EMzGjb4KkILAPBNqUrVLejzcZzoIo2qUlrGHJGAuUIcUUgelpGR5AXXLIbi0wldTSvSoCqrOqcnYgH+g94B53Nh40INkRRWnJwYQVh0lmkfkiTisEByhHyLuSQmiSTQ7bzTxXMzRKLJAA9/BcdBFJphKuCuduTADKqQBIVW8VOYIglR5F66ASm+T42LBXdJyigoReJR2OGcBAT4oejk4PjoxMDYvckvQ59EwtGQS+ENPp/emwjdHQmPfTYZHR8fiYYn6l5AviG2KDSSE0GEmtbjuMZNhJJoSMmMqAn1EmEDU2goGekJHFWHCeRrCskG5rmvNZz4PI1kQjOQww7ou2mMtQFDw3F610lQgKd6GvN1OBcQeEHW6tnv7qlnv6e3Qbvgxq/ruoqmiChF8STUCfRWuImCd+nCbEpVGorhXHMxVZZqinAqhqUxlMKe9otME2UYLDt5bgqKIIPWAZ0gmecIBe3xmrORjhmU0EqbD3stOcCC+xFzo5GmXMSTSAeBhne9mnanx+JBc26vXJhl5z+VTh6ZB9vWZs6eXbY2HpqPHrPisbX4famYt4qH9pMc282ZszvsfN862mZbx2xtud/Nnwt0TQD257y9tcAOl8yFVfPkwN5fMxfz5QdF++kO4JrPf2ZnL2vx2sK0sxtAl23u1dxvRUbCQ6HJ8NhQ6KtbHIhytHhiWq/OrNMltpi3sy/aoz+/wNbXyvsFbzSutXAtBiqd5Ms7v7D52fLescvw77Ml9nTLmjuFXXPzWbPcRgJ+L4G21VXqw47y5f3jS/WphXudnbsh7OaedXDQyNZbdZe4G5ydL73DWv0rYa2H2+Zvj72OlyrXfhbaElzezcKdy+b37Af13rhBB7KVZ+DCnq+zlSelVzmQwv540fxMaItb6fxHa37X3vqOna5Y2ZVyodgWTkfnnQ+7uns+6v24zy/8lS3cvtapOskmZESUi1E2eO38e4PnNVOwNkGaH7Ki4Dz8r54FlZn1XxwF0H2lk6y9/bKVspROcq0bm+u/tmLGVgutmFk7p+xwo6W4nnnVEoGjZWhPaHl4DNs/rLKF399lh96gV97q3OA22vvplfeo+W3uj/+NZPeqdnxuOC+LwpUvAc5OiigkBYmQiYRrbw7B7q4OOIFfueXzAVrji1jQ9w9QSwMEFAACAAgAOitkS1JaJ2SxAgAAXwoAACEAAAB1bml2ZXJzYWwvZmxhc2hfc2tpbl9zZXR0aW5ncy54bWyVVttu4jAQfd+vQOx70722K6VILWWlSt1tVaq+O8mQWDh2ZE/o8vfrW4gDCUltIeEz54zH4/FArLaULz7NZnEqmJBrQKQ8VwZpsBnNbuZJjSj4RSo4AscLLmRJ2Hzx+bcdcWSZYyqxAzlVsyEptNtc2TFF4vf4cWXmkCAVZUX4/lHk4iIh6TaXoubZaGjFvgLJKN9q5uWvq+VqcANGFT4glJ2YVtdmTpNUEpQCE9LPlZmjKkYSYM1Ol3ZM1LRbnT/9kWxHFUUru/1i5pCsIjl0k3x9a+Ywn2vvHcHKjvMChH+oqd++mjlIZWQP8kPORVVXH6mRSorcJLSrOX+JBw0TJNPPTwvuL80cFZgDmY1Gb8Gn5/u9mQHJfw3ffWyeqxTs2eT1qCGYS08YLFDWEEfNytlUId6fatTvAxYbwpQmhFBLetZBP5NaNW66WMt7gXfKs9CXR1rKm2B1CUsXcOCui7f85fLO9orQ6QELIpSw82AQYgu2zL86ryfMAGyZa0YzeOJsfxrBscmJmku+I/46z+dfW4ETvTxkrFk2ZrPVo3m7KojVAw2nFBksTEfQ/ZogFfyVlmDuL46syYUWncQWc7KjuVX8Mbxkv0aoVBwd4b7k+gssRooM+urORqq7dRi4WY5XpfttaA/o1jPUrfxmThBJWpT6rGo+87qbuU3fPOqX+NyAfOAbMVVUErkF+SoEm7wPFwiTycK9sSF6HAVZiKP+LMfeSV/6eV0mIFf61iiopry6oCMWNC+Y/uAbhXfIjhQDVifFQvvjhB6qMwB8EQCRadGUgFs4S1kzpAx20PSAALBHHjpbrPTLGyq4W3yEDYYP1SNHNRkQgqL0LaMtlpDXNfQI3nRc/Qpn6Ra+53UrH0mi7NE6DWCsQzd9zZRfSHKAL6eOa20/TaIGzR/L/1BLAwQUAAIACAA6K2RLx6WdgfIDAADkDAAAJgAAAHVuaXZlcnNhbC9odG1sX3B1Ymxpc2hpbmdfc2V0dGluZ3MueG1szVffT9tWFH7PX2G56mNj6FrGkBPEIKjRKLCSausTutiX5K6Obdk3o9lToM0KDQFeWhhlE6AphI4y6NQtRYT9L2uuHT/tX9gxDvlBUJogVlVRlPj6nu9833dO7nHE/kdxhfseGybR1ADf7e/iOaxKmkzUaIC/Hxm+0ctzJkWqjBRNxQFe1XiuP+gT9cSUQszYBKYUtpocwKhmn04DfIxSvU8QZmZm/MTUDfeupiQo4Jt+SYsLuoFNrFJsCLqCkvBBkzo2+QpCGwDwjmtqJSzo83Gc6CHd1eSEgjkiA3OVuKKQcofGFV7wdk0h6WHU0BKqPKgpmsEZ0akAf613wH2d7fGQhkgcq64lZhAW3WXah2SZuCSQMkF+wFwMk2gM2HbfvMVzM0SmsQAPXwU3QBSaYU7BPenIhRnUwAOVVvDjmCIZUeRdegkpfkTNswVvSU6qKE6kCNzhXP0BfigyOTh2d3xg9MHkN6EvJ8KRkEfhAzF3HoyH7o2ER7+ajIyNjUTC47UoIN+QWxQayYkgQksYEq5yE6EiOlKTI1pUO0fYxBT6SUFGFEe0YQJ+TSPFxDz3nY6jXyeQQmgSPOyCtnuIsT5g6lii91yDAjw1EpivwXmAwAtcq7l/u6fmfk9vg3bBy1/TdRFNEVGKpBjUCfSechOF+qWzbdOa2lAM95qb0hS5qmgaXFZAzIBBkMJzhII4qXqXuhbQYaKA/25st39apU3qpBgygLJZv14x0u0aKWjN5cu5WXbyS6nwzNrbsjcyzuySvf7EevacFQ/thaelYtYu7jsvMmwnY81us5Nd+2CLbR6y1aV+zxEPqEUC9nfa2Zxn+4vW/IpV2HN2V62FbPlx0Xm5DbjW61/Z8dtqvo4wndQ60GUb+Wr49YmR8FBoMjw6FPr2OgeiXC11Oe13x/bRIlvIOqk3ndFPz7O11fJurj4b1166NhOVCtny9m8sPVvOH3oM/z1eZC837bkjuGttvGqW20jAX0+gY3Wn9WEH2fLu4bn6VNO9T81dEnYjb+/tNbKtr7pH3EvOThavsFYfJa39ZMv643l94LnKde5CR4LLOyn45bJ03nlc641LdCBbfgUh7PUaW35RepcBKeyvN81nQkfcSic/2+kdZ/NHdrRsp5bLuWJHOF3dNz+7dbvn894v+vzCP6ncjZZBldk0riCing2nwZYT7QORLeZadSY0H7Ki4B7JF5/up1Po4xzu0E+lQsrZetuO0aVCpv3N1trv7WxjK7l2ttnbR2x/va28dROoLQIHS9Bw0MRwsDo/rbD5P6+y5y5R/daz3euNK6r+/6iiZQ9/uiK8q+pjaMNzpyhc+DDtg/XGfyZB339QSwMEFAACAAgAOitkS4StLLSIAQAACgYAAB8AAAB1bml2ZXJzYWwvaHRtbF9za2luX3NldHRpbmdzLmpzjZRNb8IwDIbv/Ioqu06IfbLthkYnTeIwabtNO6TFlIo0iZK0o0P899VhQJOmA/vSOE9f107jzSBqjKQkeoo29tmu39y1jQHGFpRpuHQ3GG4YVfrxAuNEKtDADTW54B95ASznQDyy2iscwtsjEdIn3Gon9bsBqVtyRAS+ksiAggrEdOjlKgB+B2Lr0Ms/h+CgVdaupFa/k9IYwYep4Kbp1ZALVVDLkIsXa+0SPVhUoE6gC5qCIzq21kceFe/G6G0uFYWkvJ6JTAwTmq4yJUo+78u/rCWo5sRXO2D0OH6OHTmWa/NqoPATxw/o/ST+VRr+8t7H6EGY0QRYS3dk7R/UEe4W5NFVrnOzpydX6G1a0gw6XXqYoLsYb7R8LrbW5QyszY64uUZ3CEZrUOdICVnKMw5QKpFhRzpot+cHlAk6z3m246Yj9CCHH4uyfd07Fno7RSfOFRLeFVqGrl/RNzp8UAdA40ylfV7t5Z2F5FgoGEzcP6+Cc6g7Sow/SnD9GX2dGKDuyN0Otr9QSwMEFAACAAgAOitkSz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OitkS7DtXVduAAAAdgAAABwAAAB1bml2ZXJzYWwvbG9jYWxfc2V0dGluZ3MueG1sDcw9DsIwDEDhvaewvJefjaFpNzYQEuUAVmNQJMdGiYXg9nh7w6c3Ld8q8OHWi2nC4+6AwLpZLvpK+FjP4wmhO2kmMeWEagjLPExiG8md3QN2eAv9uK1cI5yvVEPeGndWJ48zjHCJ57Nwxv08/AF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OitkSxep4UFvAQAA+wIAACkAAAB1bml2ZXJzYWwvc2tpbl9jdXN0b21pemF0aW9uX3NldHRpbmdzLnhtbI1S22rcMBB9z1eI/MBKGt0M7oJuLn5JQrKQZ3etFtNELpZCS9HHV06ybLbZ0GqeZs6ZM8zotOn7FO1TyvPj9HvI0xzvQs5T/Ja2Fwi1+/lhXm6WkEJOm2Plforj/LOPX+e1VqspD3EcltGuaNpi1D0/pKRWTtWMGUaRZJ56hZzntmINuAZsxRwltt38JfGiu4R9iPm8ars5Qd839DGFJfdxDL+2cMp+C51u8HkZxqny0lawNcphanFsDcQIl9wXqgFAIMsdcbhI2UhNkMeMYyhGUaCACOekEYVIyqFmXSOqCvONQEwyRl2hntZupLVx1BYJDSG6TvOqsaXrjMQYEUKAucIFdAajyoaqoUGtBwQHBkTRRhMFqLOd6VjxzgvLkaJeYFyYMYDx8bjH7d6e61j973UO5/yH4NkvOIuu3tqcMVe7f1qWSt6Fxx8PQw7oy5BCP366vLn1d/5qp3f99dXlqzeffXxgroatm3/o7z9QSwMEFAACAAgAOitkSwKaTYiBEQAAmyUAABcAAAB1bml2ZXJzYWwvdW5pdmVyc2FsLnBuZ+1aaVhTZ9M+IoqIGy4BBUHBqlXZVRSUlEXBVhYVBYUQbBQqSAAh7CSAIqjBlK9vDYgQ1Lcssgk0CWQhoEJqWaIFQYghSIRIAokQkhCyvYf2bfXvd33X948fuc/1nDMzz8zcM/M8P3LLz8dz9cotKwEAWH3Cy+M0AOjqA8DS2BXLwTc3X488Bh9L4k57ugG1PaYT4EI33NXbFQDqcQaqi8vAtX6M1/k4AFjzfOG3hBldcQkAvrI94eHqnxQyxfmu6lL4IPO95mSPGlhjemubhVfMyLb1uq5511+46+n6btbdP7RBv2LEg+dxa3dmhp3lKdsNRRk/jni5ndzy1TM0Vxld8mHiTWINjCmC0etMrBMSz9ZcOKv0m+QHVEVwmwrGOYlcepJyimwznCKsmeNDtaDzwXbm6o+ejvYdwYwJM4ObIrtL1YpINXxraIncss1ZTOtFrgKFrDhuobafRSpTWgs8sjBaJXdq2RIgoypcNRONtSsKw3v5PTHoezcnxmjZIWC4Tfc9dBBdlxsjd+x+o4fsi1xHcVgQP7EDtHVQ6ZElWOo4nCbplp0EgJGI9fpYO3y3S37pfGueCNx0RPDPm1xdAIgJw9qFsSfM3Pv/tyuzDyohXEuZG7PBJE/P8XDMaIySLe+x6whu/0Loher9WkzT3LC8Ra5xLmNh7QISKcwfD1gsAYAHhcoD2jkm1Bo98xMhOG3cgXCF1zrygw6iVhSP2x7poQMAhxzKSy7MDnynT9n2qrJzC6J2/IsvBWxyNH9MlzD3YtfQuphCJ0EoLcB1a7rfw/csjCZu+HmrsWSkLHXVecv1ANBaeLgf67g9bbKeOZSt3clbbRCpjL2QnblytWTs5sq1RO9juZTg9uuUarvx2d6jN6sNQQ5HukydIqPdmk7QbVytPglzM5M7pH2KA3g6pu30stuKj9fHpCaINUUgcXleICvhYYRBmfcK/B4df/+3+1HDTVfV1LsnC8jcs1tRMb+dWs77mKt3VKqotdwZxl7+I0UdUnbx7gEO4rct+aByT1dto/DUUumkxtrgjaEZcphWmP1pZj5B+txc84keOZy+50ZXfqji9G2FN0RIsn58Igoappi5tdKYjfahsBRpHJTmrdwe2zdFsIns2v45gkn7ouFdoZWQJ8QYDv+86kIfTliZnUi/WupTtSwZJqYRoiap39SmswxLke7Hsux4cafIdWH7+pjPGD51EqZWqKLcndZOt6xkd62w4vShBRL7u68q2Ge1BNz+ivRurWMY9zPXCcXE7BSr48xHydzK9smmFmQm/M6k07sWSDf7xXUi3rG6O7APV4mxEQdZDTOjJmVnyXEemU4MDbSMZGL4SNRJi4o6w8f91vAuocRp9PuW4gNSRQE0USqOun7DLvKLkJyII6YGn06zSgauMNPKUkz74QP0qa7pUsgLnmwqbr+7dxQVYhyB4dnzKrLmAwl3Lupm3ad4E0vr2IEd/Jow09W2yEgYyUWPqG4SUeBE9cyKG0PIzesE9jxKpEBFWYNYU/yZ04HmyUINouuQP2OfUSu7i6Z2cYC8kVhgSpzoEIHl99jOAQu0btaFDwNapv/Jik4c+6yB4nBo3+XIIkpwMbTHRH65RbRyKa/ippO4wcs2q8OF8B1i/HPOZIUXbtzNFn4dti+iU1WtIJ0x+DCUgLc0HN/Mmkw8Q66BSCQOWsv1XWITP35eu+rQllIXuOUR7G7bMh9zw4stJbftO9vVK5YdQCk6LVy7TSHYwS/aKz3sCBXmI72ZtEmvw6XjWQp7s+FjF5EDsVVEqlFeMFDac8sM9Q9a9TMfoYfLNHRaNC/Bpi78MAJzAEXvxB/Dqnt6i8O6ar9IvQPxaU37FSt/X+In0xwOXlEojSqDTOe8Iw1xVfsw3hy+U1Rv/mqpInC4x8m+NOvb4pYjTy56ZBnqHveq6OxxfegDFzXWxgXDrTR4PmvAuQyprCV4Iu59sYMzr1CTvnaCcTXCNWgAHrGd1omdksE24vB6XWcwrmDZ4ogx5h3f03zq2tVzmHR0h6EeStet2HGN3Lzt4o3c2Eutb0kht21FkkMRiKvOIR1+ytrNfNxjfcHsYXtsZScW72ncKP48RJQ9gW97DPrcyyG9vPPyWM7lfbnkwvpWG8RrOqsvqkAcYDXkjJgOccjJM1zR0Tf1pLdD0SnfVXD9eHHIwFEZnP/mGYNUhHheMK/qUsI6MiglZ9pN4+hfTJ1LHd+3QH5V+ljlRr4OMhirf1VsRKOarfYzGK1XbxfjbZG9z21R0HsX2wrSv9QaD3+aCPtxoFGF8tIk3Uyr0A5MKM22QLll7uWp5zTvypCMxyu66r/U2LMKuyyZvlPbULlQkoprWQ1H4jHczeKfY357vRqx59LkzOmcqkMo5drkwWw7yecM5PhYdUSeCvEE4h1CfGytHasC/e68jd347BCl1DrIXPjLctSQakjTGTbJv5hcmWEXcOVzfbmX67QGzrI8dfpSl2LDpXjB7HRZ2iZgz/J4T6MugWolsGlTBNvbZqkxHiq3BLDNt7+crMTfCNxkBmSGk4Wh6b+fqchwOl0KURMr6sK1VMs1/djHazpkvFnD7Vg75ucRO27cOJGb6T5842lIlt+Sh8/c6Ny2srmnL2uj//0Dtjnts2uIrrT9rpXL1F9rPwxf9jSfnA/fkGfH9pYbNxzfAQAZDnHVm1mq1OXcgpzP/bIZgR1M+D+vCqfDl+bZhfVimbf+cfv4nyfzwufgDRaZduMNfybh/rqFg/hPiYEbXqHY5qsLjDTt7LDRbkV0SYtE9aEf/xkUlOxWUALdexSy6u8zA1ixiIu4iIu4iIu4iIu4iIu4iIu4iIu4iIu4iIv4/4y5dIs2k2ha7LRKwoIfkXQ5GPkelfa141tmf9lbjgzgtFCKUalU5RIAaJWejWwnaFX8884Jwt8PEL0rp+CpU0TZvDNqsJ6VLg9iEyKKqXE7KpxnX2zw/dVR9uQJm9pptBoAMnLYVXUtKb/uopNhcWZxR2FkusidTHCfNNUvSRU1y5aHoFBUqjKugqCZLX9dTJ4ds8EoRuswauHRcq1GzmAkzU+U8zyh86+P8uOcpFJjghKuFgQkFjtiYCHJYz9Te4reDGCCRWKMVgnj5/WS1RTkvNnhDpeDsFpRUPHBHniItt5UuWKHp8ES4GndhWrzvetWkZGcCPmBqs54tqhK9LyesI57eP0D9ildd45IpDF9BDlnPv8qp+GpoAee8iHfU3S4BoJBpVj5RZ6az8el7TDH43n7BXFw+PX5BxhRHCEVurHPLTnN6ncmVDOdl1le+9iln4Rqjg1Jh7+jJTvw8zAsdgJFnI+YRPSOCVzeqB9A9VCaa0r3rY0FCSQrMgD4+dqm8525VzB1R/zJjPPk7oeCFlPJicZiS9fExz3HEjGys6y5/u+j2MfOWnVEFI1NoC5Y9XRohRSfei9eiDSZYPROik2xKhByJW4U/3Vb4Iz60loMrtXBOoC7FoVWU3X+UFWrcqCq9wf3rypq8ZRxPDk502JvfJXygPl5P3mVwaYcirnntmLBD9sBwMwatSNCrvxgF68sQrFN3TnlSIxynb5s/xooN+EU3KA++SH5lqW+iHDhBxtGArGgFteZ5GBTstcMe2w+d+XzOXTFsrlr9TAtXDkEUjGYaC4Vz7twxkh96hC0z933aNPM+NuPswEgqakvco7K/Qr3C5tfzR43FiS+R9ChmV4xpfWhQpDWRgae3k+F/MBxePnguJxokh/anFti2XY1GG08MAhD9z5Lezt79NpHFxI9OBvn1DDaIO5Nj4fiyl9NmQDAt1v/BzMp3x4okDkLSYfvpQy6klmwW7p6WwxIItrgtfyDVcfOF9usewfnDIhcj2eJ5jvVubqo+BeVOq4TaDPfh2xHAPgXgnEltJwtBp0rEPhaJig52f91ziTCjjRhT9xd1T6omk8U4VLG09Y4SFLX903wvlp2Ge2bdR6GpokYWLlBRe89mw2Bqb5ZRHG+uzx2cEyAPrv/0Nltuzks3tfxyuVAhhE8rV6tnn5LSWdRou5OjeHhSDm9Rg+if69xKjnno4j1kHRLdxPQkWq8741OjYWr1fqcMQtcbwUrzuoec6CsBWKp25UzjPvR4ZFrenVd77UiSknyNMxAklw05paeMCj/zUVZIe7stA7Q1gqr5G7GXEwRkrmdQmB20j49M5iaiMTpc1qWAE3DPmo8KYyjCeccZCZ8hGvW66/xv1NdPzd0KblC7neH5RQ90SDkJQniYDkS/Nh7GdHWnJ93LKWQ2xSjeyO2WRHpCJlFzZtaOklRYh8bpehxbZwKAxY8upubOrbRkwhSU3RE8eEnI3I0d3iukTEx+wdIVIZwyh8jeto7hemPiluZQwP5Bx4EyyVvk2WD4Taid82SYV8NHWcgYfqQowGgti4lDy1P5VXGky+CCnuULX8rHKrunrn2t1R5ShRa7sz7GkVGgFLfKmlfSB1iKN9OyFaDMy0eCg+zjf9LhHVEcjLVuT9Xt/UlCop7PoSVUHHFSC4ABPtyxHfK+zl3wbasBO3leT19pDl5/Gf8woxKrOwV0JAmIyEgm08P8lQiRPlC4QyckStHK//aPIIzFWi5fr9mBs/YsfzI/MfHRlzVuCNX65DjTlcqw6HKweAyazZM71OmiB8bWBSLltf3/pmXl52rZcq9ehZtz4R1DPS0goVx2T6yMGKOg+Pr98uCBqJ3IqxVG7/g7T4bR8zkQjWNpDx5zKByN/tWUrc2IovODPFXJOWHvg/izp+zZmdn+sBIpIlagzmCgh/TbWBD+zTsq9aGuUSrMGl/qc8/wd9OZDiWfJtoEsY5WN7AKoJA8kNnft9b9+GyLmxVoKTSN10wasSYa28HB/aunpPqqVdMs1TsJq5alGgznMTLk4WHBYHZ2MlyUU62FzsnHtRMRjvR/2uciyAkjd6SJTLPfEQ+B9tqo8BFrHSmedlW/nFa7PoUC0gnx7+zoW+UiscU3LkOR+sWGbGOeMevtgV5sYtDIeBhYLiRJWkzL++wydFkfs3RnX9FXcVVULlbwbbVLlgNQSvGErTspND8EVewgarvWsy1rUXHBABJGgVffN6//4rkcotWLYanzfxEoPGvPchBnvrH/F/zQ7BiVCRnIoSyo+D4IPFLUms5cpJH1styqHqCCtH+EuR/b2zMRVaPI+J5AiGk/V2NMnnwmFyStHKhmUrf4RgJr6YSQf5PLpypbTabIPo7LdqkfVa3m4PkkoY7Iv70Rkr6UuCb5CnigI9Go8tBLzTerKCqjrQwZ2wnQpB+YEqC/a25+NbO1T1B5N3jSA6r01rELGrvc1nQbfWreyNG44/cQxJArhGK7mh0ryguwKLt35p/XZR3ZDOUHPEw3K+fgecPmBihx/bCmyPfv1R8/NtbuvUTZeGRMnd46jKwG2J+l+/6KHMEw72J0FjT4nY0ETAuowWk5HvT7UZwWtLsa0/xLQCfDJ6I1mhZI4Fo4FdLAssRN/WoYG3a9B34VUxIQqzAnSqgRJovJCG0UtMAk6eObReoAUp6t8CeQ8qpUP4xFQl39sxSTmNHvr4adM4Mo5q+U+QYTbIrPYOviaIIdVz86nBO7ddjYXy7kD8dO+VruzW1raX7vuStcIKyloluuMr3ioEOT75/mwA6F41RBg0XjVTB1REmy24GkZFj9qjBoTKqNXjDqS1LeTQRGMmOGnjADPYdkD4YfdkAHqqH3zhklT9lNWLrGJqUYcKIAXzuWXuvLzTdd9ucjMwoxn/VB/YXBwVaiCFuRURRhfclrpNxRqnHsoSjAwwNyu0b9ZUX54vP8VFsUKa1eb0++MhY9wU2TY8XRZPCF65ZA57STJNohjohdeeCwXR/86ZpEVVMCtf5+6ORFiqmSXxSwZsWMPI+AFa6M790vKfYeeGvROANKkCaYSf2zLoP3r+gRtF06TmqISj46VOFFIPKWDs+OqoF1r2rYH3H1Nm6sN+JYz4etW6hWf8BUEsDBBQAAgAIADorZEu2gi+oTQAAAGsAAAAbAAAAdW5pdmVyc2FsL3VuaXZlcnNhbC5wbmcueG1ss7GvyM1RKEstKs7Mz7NVMtQzULK34+WyKShKLctMLVeoAIoZ6RlAgJJCpa2SGRK3PDOlJAOowsDAEiGYkZqZnlFiq2Ruag4X1AeaCQBQSwECAAAUAAIACABDlFdHDcAxHsABAADaAwAADwAAAAAAAAABAAAAAAAAAAAAbm9uZS9wbGF5ZXIueG1sUEsBAgAAFAACAAgAOitkSys6YWv6BAAAGREAAB0AAAAAAAAAAQAAAAAA7QEAAHVuaXZlcnNhbC9jb21tb25fbWVzc2FnZXMubG5nUEsBAgAAFAACAAgAOitkS9wXQPwjBAAA0w0AACcAAAAAAAAAAQAAAAAAIgcAAHVuaXZlcnNhbC9mbGFzaF9wdWJsaXNoaW5nX3NldHRpbmdzLnhtbFBLAQIAABQAAgAIADorZEtSWidksQIAAF8KAAAhAAAAAAAAAAEAAAAAAIoLAAB1bml2ZXJzYWwvZmxhc2hfc2tpbl9zZXR0aW5ncy54bWxQSwECAAAUAAIACAA6K2RLx6WdgfIDAADkDAAAJgAAAAAAAAABAAAAAAB6DgAAdW5pdmVyc2FsL2h0bWxfcHVibGlzaGluZ19zZXR0aW5ncy54bWxQSwECAAAUAAIACAA6K2RLhK0stIgBAAAKBgAAHwAAAAAAAAABAAAAAACwEgAAdW5pdmVyc2FsL2h0bWxfc2tpbl9zZXR0aW5ncy5qc1BLAQIAABQAAgAIADorZEs9PC/RwQAAAOUBAAAaAAAAAAAAAAEAAAAAAHUUAAB1bml2ZXJzYWwvaTE4bl9wcmVzZXRzLnhtbFBLAQIAABQAAgAIADorZEuw7V1XbgAAAHYAAAAcAAAAAAAAAAEAAAAAAG4VAAB1bml2ZXJzYWwvbG9jYWxfc2V0dGluZ3MueG1sUEsBAgAAFAACAAgARJRXRyO0Tvv7AgAAsAgAABQAAAAAAAAAAQAAAAAAFhYAAHVuaXZlcnNhbC9wbGF5ZXIueG1sUEsBAgAAFAACAAgAOitkSxep4UFvAQAA+wIAACkAAAAAAAAAAQAAAAAAQxkAAHVuaXZlcnNhbC9za2luX2N1c3RvbWl6YXRpb25fc2V0dGluZ3MueG1sUEsBAgAAFAACAAgAOitkSwKaTYiBEQAAmyUAABcAAAAAAAAAAAAAAAAA+RoAAHVuaXZlcnNhbC91bml2ZXJzYWwucG5nUEsBAgAAFAACAAgAOitkS7aCL6hNAAAAawAAABsAAAAAAAAAAQAAAAAArywAAHVuaXZlcnNhbC91bml2ZXJzYWwucG5nLnhtbFBLBQYAAAAADAAMAIYDAAA1LQAAAAA="/>
</p:tagLst>
</file>

<file path=ppt/theme/theme1.xml><?xml version="1.0" encoding="utf-8"?>
<a:theme xmlns:a="http://schemas.openxmlformats.org/drawingml/2006/main" name="第一PPT，www.1ppt.com">
  <a:themeElements>
    <a:clrScheme name="自定义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99302"/>
      </a:accent1>
      <a:accent2>
        <a:srgbClr val="E14956"/>
      </a:accent2>
      <a:accent3>
        <a:srgbClr val="A6315B"/>
      </a:accent3>
      <a:accent4>
        <a:srgbClr val="2070A1"/>
      </a:accent4>
      <a:accent5>
        <a:srgbClr val="34B2E4"/>
      </a:accent5>
      <a:accent6>
        <a:srgbClr val="2CC6D2"/>
      </a:accent6>
      <a:hlink>
        <a:srgbClr val="0563C1"/>
      </a:hlink>
      <a:folHlink>
        <a:srgbClr val="954F72"/>
      </a:folHlink>
    </a:clrScheme>
    <a:fontScheme name="gpmpuylo">
      <a:majorFont>
        <a:latin typeface="Calibri Light"/>
        <a:ea typeface="微软雅黑"/>
        <a:cs typeface=""/>
      </a:majorFont>
      <a:minorFont>
        <a:latin typeface="Calibri Ligh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4574</Words>
  <Application>WPS 表格</Application>
  <PresentationFormat>宽屏</PresentationFormat>
  <Paragraphs>538</Paragraphs>
  <Slides>35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66" baseType="lpstr">
      <vt:lpstr>Arial</vt:lpstr>
      <vt:lpstr>宋体</vt:lpstr>
      <vt:lpstr>Wingdings</vt:lpstr>
      <vt:lpstr>Calibri</vt:lpstr>
      <vt:lpstr>Helvetica Neue</vt:lpstr>
      <vt:lpstr>宋体</vt:lpstr>
      <vt:lpstr>微软雅黑</vt:lpstr>
      <vt:lpstr>汉仪旗黑</vt:lpstr>
      <vt:lpstr>Segoe UI Light</vt:lpstr>
      <vt:lpstr>苹方-简</vt:lpstr>
      <vt:lpstr>方正大黑体_GBK</vt:lpstr>
      <vt:lpstr>微软雅黑</vt:lpstr>
      <vt:lpstr>Aller Light</vt:lpstr>
      <vt:lpstr>Roboto Light</vt:lpstr>
      <vt:lpstr>Lato Light</vt:lpstr>
      <vt:lpstr>Calibri Light</vt:lpstr>
      <vt:lpstr>宋体</vt:lpstr>
      <vt:lpstr>Arial Unicode MS</vt:lpstr>
      <vt:lpstr>汉仪书宋二KW</vt:lpstr>
      <vt:lpstr>微软雅黑</vt:lpstr>
      <vt:lpstr>思源黑体 CN Light</vt:lpstr>
      <vt:lpstr>思源黑体 CN Bold</vt:lpstr>
      <vt:lpstr>思源黑体 CN Regular</vt:lpstr>
      <vt:lpstr>汉仪中黑KW</vt:lpstr>
      <vt:lpstr>等线</vt:lpstr>
      <vt:lpstr>汉仪中等线KW</vt:lpstr>
      <vt:lpstr>Wingdings</vt:lpstr>
      <vt:lpstr>Rockwell</vt:lpstr>
      <vt:lpstr>Thonburi</vt:lpstr>
      <vt:lpstr>第一PPT，www.1ppt.com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简洁方框</dc:title>
  <dc:creator>第一PPT</dc:creator>
  <cp:keywords>www.1ppt.com</cp:keywords>
  <dc:description>www.1ppt.com</dc:description>
  <cp:lastModifiedBy>marco</cp:lastModifiedBy>
  <cp:revision>431</cp:revision>
  <dcterms:created xsi:type="dcterms:W3CDTF">2024-09-20T10:29:25Z</dcterms:created>
  <dcterms:modified xsi:type="dcterms:W3CDTF">2024-09-20T10:29:25Z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B526D7C6D2633DB1FB81AA62271DDBF0</vt:lpwstr>
  </property>
</Properties>
</file>